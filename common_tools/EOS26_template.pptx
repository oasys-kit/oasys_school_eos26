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  <p:sldMasterId id="2147483683" r:id="rId2"/>
  </p:sldMasterIdLst>
  <p:notesMasterIdLst>
    <p:notesMasterId r:id="rId11"/>
  </p:notesMasterIdLst>
  <p:sldIdLst>
    <p:sldId id="265" r:id="rId3"/>
    <p:sldId id="551" r:id="rId4"/>
    <p:sldId id="581" r:id="rId5"/>
    <p:sldId id="592" r:id="rId6"/>
    <p:sldId id="583" r:id="rId7"/>
    <p:sldId id="591" r:id="rId8"/>
    <p:sldId id="590" r:id="rId9"/>
    <p:sldId id="579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4061"/>
    <a:srgbClr val="376092"/>
    <a:srgbClr val="4F81BD"/>
    <a:srgbClr val="990033"/>
    <a:srgbClr val="D1C4E9"/>
    <a:srgbClr val="B3E5FC"/>
    <a:srgbClr val="C8E6C9"/>
    <a:srgbClr val="FFECB3"/>
    <a:srgbClr val="FFB3B3"/>
    <a:srgbClr val="F8BB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6" autoAdjust="0"/>
    <p:restoredTop sz="94657" autoAdjust="0"/>
  </p:normalViewPr>
  <p:slideViewPr>
    <p:cSldViewPr snapToGrid="0">
      <p:cViewPr varScale="1">
        <p:scale>
          <a:sx n="126" d="100"/>
          <a:sy n="126" d="100"/>
        </p:scale>
        <p:origin x="61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/>
        </p:nvSpPr>
        <p:spPr>
          <a:xfrm>
            <a:off x="0" y="4924425"/>
            <a:ext cx="9144000" cy="219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spcFirstLastPara="1" wrap="square" lIns="91425" tIns="27425" rIns="91425" bIns="27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CE5CD"/>
                </a:solidFill>
              </a:rPr>
              <a:t>ESRF-ENRICH OASYS SCHOOL </a:t>
            </a:r>
            <a:r>
              <a:rPr lang="en-GB" sz="1000" b="1" dirty="0">
                <a:solidFill>
                  <a:srgbClr val="FCE5CD"/>
                </a:solidFill>
              </a:rPr>
              <a:t>Grenoble </a:t>
            </a:r>
            <a:r>
              <a:rPr lang="en" sz="1000" b="1" dirty="0">
                <a:solidFill>
                  <a:srgbClr val="FCE5CD"/>
                </a:solidFill>
              </a:rPr>
              <a:t>2026			</a:t>
            </a:r>
            <a:r>
              <a:rPr lang="en-GB" sz="1000" b="1" dirty="0">
                <a:solidFill>
                  <a:srgbClr val="FCE5CD"/>
                </a:solidFill>
              </a:rPr>
              <a:t>myself</a:t>
            </a:r>
            <a:r>
              <a:rPr lang="en" sz="1000" b="1" dirty="0">
                <a:solidFill>
                  <a:srgbClr val="FCE5CD"/>
                </a:solidFill>
              </a:rPr>
              <a:t>  </a:t>
            </a:r>
            <a:r>
              <a:rPr lang="en-GB" sz="1000" b="1" dirty="0" err="1">
                <a:solidFill>
                  <a:srgbClr val="FCE5CD"/>
                </a:solidFill>
              </a:rPr>
              <a:t>mytitle</a:t>
            </a:r>
            <a:r>
              <a:rPr lang="en" sz="1000" b="1" dirty="0">
                <a:solidFill>
                  <a:srgbClr val="FCE5CD"/>
                </a:solidFill>
              </a:rPr>
              <a:t>	</a:t>
            </a:r>
            <a:endParaRPr sz="1000" b="1" dirty="0">
              <a:solidFill>
                <a:srgbClr val="FCE5CD"/>
              </a:solidFill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231100" y="619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Candara" panose="020E0502030303020204" pitchFamily="34" charset="0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Candara" panose="020E0502030303020204" pitchFamily="34" charset="0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Candara" panose="020E0502030303020204" pitchFamily="34" charset="0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Candara" panose="020E0502030303020204" pitchFamily="34" charset="0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Candara" panose="020E0502030303020204" pitchFamily="34" charset="0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Candara" panose="020E0502030303020204" pitchFamily="34" charset="0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Candara" panose="020E0502030303020204" pitchFamily="34" charset="0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Candara" panose="020E0502030303020204" pitchFamily="34" charset="0"/>
              </a:defRPr>
            </a:lvl9pPr>
          </a:lstStyle>
          <a:p>
            <a:endParaRPr dirty="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67175" y="132685"/>
            <a:ext cx="8954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>
                <a:solidFill>
                  <a:srgbClr val="254061"/>
                </a:solidFill>
                <a:latin typeface="Candara" panose="020E0502030303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b="1">
                <a:latin typeface="Candara" panose="020E0502030303020204" pitchFamily="34" charset="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b="1">
                <a:latin typeface="Candara" panose="020E0502030303020204" pitchFamily="34" charset="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>
                <a:latin typeface="Candara" panose="020E0502030303020204" pitchFamily="34" charset="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b="1">
                <a:latin typeface="Candara" panose="020E0502030303020204" pitchFamily="34" charset="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b="1">
                <a:latin typeface="Candara" panose="020E0502030303020204" pitchFamily="34" charset="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>
                <a:latin typeface="Candara" panose="020E0502030303020204" pitchFamily="34" charset="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b="1">
                <a:latin typeface="Candara" panose="020E0502030303020204" pitchFamily="34" charset="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b="1">
                <a:latin typeface="Candara" panose="020E0502030303020204" pitchFamily="34" charset="0"/>
              </a:defRPr>
            </a:lvl9pPr>
          </a:lstStyle>
          <a:p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/>
        </p:nvSpPr>
        <p:spPr>
          <a:xfrm>
            <a:off x="0" y="4924425"/>
            <a:ext cx="9144000" cy="219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spcFirstLastPara="1" wrap="square" lIns="91425" tIns="27425" rIns="91425" bIns="27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CE5CD"/>
                </a:solidFill>
              </a:rPr>
              <a:t>ESRF-ENRICH OASYS SCHOOL Grenoble 2026			myself  </a:t>
            </a:r>
            <a:r>
              <a:rPr lang="en-US" sz="1000" b="1" dirty="0" err="1">
                <a:solidFill>
                  <a:srgbClr val="FCE5CD"/>
                </a:solidFill>
              </a:rPr>
              <a:t>mytitle</a:t>
            </a:r>
            <a:r>
              <a:rPr lang="en-US" sz="1000" b="1" dirty="0">
                <a:solidFill>
                  <a:srgbClr val="FCE5CD"/>
                </a:solidFill>
              </a:rPr>
              <a:t>	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 b="1">
                <a:solidFill>
                  <a:srgbClr val="254061"/>
                </a:solidFill>
                <a:latin typeface="Candara" panose="020E0502030303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27200" y="113400"/>
            <a:ext cx="8236800" cy="447120"/>
          </a:xfrm>
          <a:solidFill>
            <a:schemeClr val="accent1"/>
          </a:solidFill>
        </p:spPr>
        <p:txBody>
          <a:bodyPr lIns="108000" tIns="0" rIns="108000" anchor="ctr" anchorCtr="0"/>
          <a:lstStyle>
            <a:lvl1pPr>
              <a:lnSpc>
                <a:spcPct val="85000"/>
              </a:lnSpc>
              <a:defRPr sz="2250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25406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25406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71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pPr>
              <a:defRPr>
                <a:latin typeface="Candara" panose="020E0502030303020204" pitchFamily="34" charset="0"/>
              </a:defRPr>
            </a:pPr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gray">
          <a:xfrm>
            <a:off x="727688" y="573528"/>
            <a:ext cx="8236800" cy="4050000"/>
          </a:xfrm>
        </p:spPr>
        <p:txBody>
          <a:bodyPr/>
          <a:lstStyle>
            <a:lvl1pPr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1pPr>
            <a:lvl2pPr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2pPr>
            <a:lvl3pPr>
              <a:defRPr>
                <a:solidFill>
                  <a:srgbClr val="254061"/>
                </a:solidFill>
              </a:defRPr>
            </a:lvl3pPr>
            <a:lvl4pPr>
              <a:spcBef>
                <a:spcPts val="0"/>
              </a:spcBef>
              <a:spcAft>
                <a:spcPts val="225"/>
              </a:spcAft>
              <a:buSzPct val="80000"/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4pPr>
            <a:lvl5pPr>
              <a:spcAft>
                <a:spcPts val="225"/>
              </a:spcAft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5pPr>
          </a:lstStyle>
          <a:p>
            <a:pPr lvl="0">
              <a:defRPr>
                <a:latin typeface="Candara" panose="020E0502030303020204" pitchFamily="34" charset="0"/>
              </a:defRPr>
            </a:pPr>
            <a:r>
              <a:rPr lang="en-US" dirty="0"/>
              <a:t>Click to edit Master text styles</a:t>
            </a:r>
            <a:endParaRPr dirty="0"/>
          </a:p>
          <a:p>
            <a:pPr lvl="1">
              <a:defRPr>
                <a:latin typeface="Candara" panose="020E0502030303020204" pitchFamily="34" charset="0"/>
              </a:defRPr>
            </a:pPr>
            <a:r>
              <a:rPr lang="en-US" dirty="0"/>
              <a:t>Second level</a:t>
            </a:r>
            <a:endParaRPr dirty="0"/>
          </a:p>
          <a:p>
            <a:pPr lvl="2">
              <a:defRPr>
                <a:latin typeface="Candara" panose="020E0502030303020204" pitchFamily="34" charset="0"/>
              </a:defRPr>
            </a:pPr>
            <a:r>
              <a:rPr lang="en-US" dirty="0"/>
              <a:t>Third level</a:t>
            </a:r>
            <a:endParaRPr dirty="0"/>
          </a:p>
          <a:p>
            <a:pPr lvl="3">
              <a:defRPr>
                <a:latin typeface="Candara" panose="020E0502030303020204" pitchFamily="34" charset="0"/>
              </a:defRPr>
            </a:pPr>
            <a:r>
              <a:rPr lang="en-US" dirty="0"/>
              <a:t>Fourth level</a:t>
            </a:r>
            <a:endParaRPr dirty="0"/>
          </a:p>
          <a:p>
            <a:pPr lvl="4">
              <a:defRPr>
                <a:latin typeface="Candara" panose="020E0502030303020204" pitchFamily="34" charset="0"/>
              </a:defRPr>
            </a:pPr>
            <a:r>
              <a:rPr lang="en-US" dirty="0"/>
              <a:t>Fifth level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 lvl="0">
              <a:defRPr>
                <a:latin typeface="Candara" panose="020E0502030303020204" pitchFamily="34" charset="0"/>
              </a:defRPr>
            </a:pPr>
            <a:fld id="{86CB4B4D-7CA3-9044-876B-883B54F8677D}" type="slidenum">
              <a:rPr lang="uk-UA"/>
              <a:t>‹#›</a:t>
            </a:fld>
            <a:endParaRPr lang="uk-UA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>
            <a:lvl1pPr>
              <a:defRPr>
                <a:solidFill>
                  <a:srgbClr val="254061"/>
                </a:solidFill>
              </a:defRPr>
            </a:lvl1pPr>
          </a:lstStyle>
          <a:p>
            <a:pPr>
              <a:defRPr>
                <a:latin typeface="Candara" panose="020E0502030303020204" pitchFamily="34" charset="0"/>
              </a:defRPr>
            </a:pPr>
            <a:r>
              <a:rPr lang="en-US" dirty="0">
                <a:latin typeface="Candara" panose="020E0502030303020204" pitchFamily="34" charset="0"/>
              </a:rPr>
              <a:t>l Title of Presentation l Date of Presentation l Author</a:t>
            </a:r>
            <a:endParaRPr lang="fr-FR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742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27200" y="113400"/>
            <a:ext cx="8236800" cy="447120"/>
          </a:xfrm>
          <a:solidFill>
            <a:schemeClr val="accent1"/>
          </a:solidFill>
        </p:spPr>
        <p:txBody>
          <a:bodyPr lIns="108000" tIns="0" rIns="108000" anchor="ctr" anchorCtr="0"/>
          <a:lstStyle>
            <a:lvl1pPr>
              <a:lnSpc>
                <a:spcPct val="85000"/>
              </a:lnSpc>
              <a:defRPr sz="2250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3351600" y="823500"/>
            <a:ext cx="5612400" cy="2673000"/>
          </a:xfrm>
          <a:solidFill>
            <a:srgbClr val="4E5B99"/>
          </a:solidFill>
        </p:spPr>
        <p:txBody>
          <a:bodyPr lIns="216000" tIns="252000"/>
          <a:lstStyle>
            <a:lvl1pPr marL="0" indent="0">
              <a:spcAft>
                <a:spcPts val="270"/>
              </a:spcAft>
              <a:buFont typeface="Arial" pitchFamily="34" charset="0"/>
              <a:buNone/>
              <a:defRPr sz="2520">
                <a:solidFill>
                  <a:schemeClr val="bg1"/>
                </a:solidFill>
                <a:latin typeface="Candara" panose="020E0502030303020204" pitchFamily="34" charset="0"/>
              </a:defRPr>
            </a:lvl1pPr>
            <a:lvl2pPr marL="0" indent="0">
              <a:spcBef>
                <a:spcPts val="360"/>
              </a:spcBef>
              <a:spcAft>
                <a:spcPts val="0"/>
              </a:spcAft>
              <a:buFont typeface="Arial" pitchFamily="34" charset="0"/>
              <a:buNone/>
              <a:defRPr sz="2340" b="1">
                <a:solidFill>
                  <a:schemeClr val="bg1"/>
                </a:solidFill>
                <a:latin typeface="Candara" panose="020E0502030303020204" pitchFamily="34" charset="0"/>
              </a:defRPr>
            </a:lvl2pPr>
            <a:lvl3pPr marL="0" indent="0">
              <a:lnSpc>
                <a:spcPct val="80000"/>
              </a:lnSpc>
              <a:spcAft>
                <a:spcPts val="0"/>
              </a:spcAft>
              <a:buFont typeface="Arial" pitchFamily="34" charset="0"/>
              <a:buNone/>
              <a:defRPr sz="2025">
                <a:solidFill>
                  <a:schemeClr val="bg1"/>
                </a:solidFill>
                <a:latin typeface="Candara" panose="020E0502030303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  <a:buSzPct val="80000"/>
              <a:buNone/>
              <a:defRPr sz="1575">
                <a:solidFill>
                  <a:schemeClr val="bg1"/>
                </a:solidFill>
                <a:latin typeface="Candara" panose="020E0502030303020204" pitchFamily="34" charset="0"/>
              </a:defRPr>
            </a:lvl4pPr>
            <a:lvl5pPr marL="0" indent="0">
              <a:lnSpc>
                <a:spcPct val="80000"/>
              </a:lnSpc>
              <a:spcAft>
                <a:spcPts val="0"/>
              </a:spcAft>
              <a:buNone/>
              <a:defRPr sz="1350" b="1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27200" y="823500"/>
            <a:ext cx="2574000" cy="2673000"/>
          </a:xfrm>
        </p:spPr>
        <p:txBody>
          <a:bodyPr anchor="ctr" anchorCtr="0"/>
          <a:lstStyle>
            <a:lvl1pPr algn="ctr">
              <a:defRPr>
                <a:latin typeface="Candara" panose="020E0502030303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OASYS-Coherence transport | HERCULES2023</a:t>
            </a:r>
          </a:p>
        </p:txBody>
      </p:sp>
    </p:spTree>
    <p:extLst>
      <p:ext uri="{BB962C8B-B14F-4D97-AF65-F5344CB8AC3E}">
        <p14:creationId xmlns:p14="http://schemas.microsoft.com/office/powerpoint/2010/main" val="1573639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5553-F7EC-46C9-8204-93A741EF8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1A1B6-9748-4EC8-A763-67DE20EB5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>
                <a:latin typeface="Candara" panose="020E0502030303020204" pitchFamily="34" charset="0"/>
              </a:defRPr>
            </a:lvl1pPr>
            <a:lvl2pPr marL="457200" indent="0" algn="ctr">
              <a:buNone/>
              <a:defRPr sz="2000">
                <a:latin typeface="Candara" panose="020E0502030303020204" pitchFamily="34" charset="0"/>
              </a:defRPr>
            </a:lvl2pPr>
            <a:lvl3pPr marL="914400" indent="0" algn="ctr">
              <a:buNone/>
              <a:defRPr sz="1800">
                <a:latin typeface="Candara" panose="020E0502030303020204" pitchFamily="34" charset="0"/>
              </a:defRPr>
            </a:lvl3pPr>
            <a:lvl4pPr marL="1371600" indent="0" algn="ctr">
              <a:buNone/>
              <a:defRPr sz="1600">
                <a:latin typeface="Candara" panose="020E0502030303020204" pitchFamily="34" charset="0"/>
              </a:defRPr>
            </a:lvl4pPr>
            <a:lvl5pPr marL="1828800" indent="0" algn="ctr">
              <a:buNone/>
              <a:defRPr sz="1600">
                <a:latin typeface="Candara" panose="020E0502030303020204" pitchFamily="34" charset="0"/>
              </a:defRPr>
            </a:lvl5pPr>
            <a:lvl6pPr marL="2286000" indent="0" algn="ctr">
              <a:buNone/>
              <a:defRPr sz="1600">
                <a:latin typeface="Candara" panose="020E0502030303020204" pitchFamily="34" charset="0"/>
              </a:defRPr>
            </a:lvl6pPr>
            <a:lvl7pPr marL="2743200" indent="0" algn="ctr">
              <a:buNone/>
              <a:defRPr sz="1600">
                <a:latin typeface="Candara" panose="020E0502030303020204" pitchFamily="34" charset="0"/>
              </a:defRPr>
            </a:lvl7pPr>
            <a:lvl8pPr marL="3200400" indent="0" algn="ctr">
              <a:buNone/>
              <a:defRPr sz="1600">
                <a:latin typeface="Candara" panose="020E0502030303020204" pitchFamily="34" charset="0"/>
              </a:defRPr>
            </a:lvl8pPr>
            <a:lvl9pPr marL="3657600" indent="0" algn="ctr">
              <a:buNone/>
              <a:defRPr sz="1600">
                <a:latin typeface="Candara" panose="020E0502030303020204" pitchFamily="34" charset="0"/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9CD8-C241-47A9-8C2D-26C69FF03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C6C0A-630A-41B4-B879-44890CE90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1B585-13E1-4A84-8B13-29B9131B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73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B6E3-ABA3-4288-9B3C-4F1EEF8DD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50C8B-ECAF-4C27-909F-A5B5DBF33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0A6C7-57A6-4A3B-9F59-3BC0154A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7CC3D-4B8A-47D8-8BA9-36AABB754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A3BBC-FCEF-48AA-A3EA-7F5A9DBB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724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EDCEE-389B-4B68-932F-2E5005B1B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8BC8F-1E8A-478D-AA35-97108B092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9AE4F-4590-4E21-93D4-D3BA7C9B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F0A15-0293-48A5-9E1A-5DE46DE7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521C1-A536-49B4-BFF9-F91993C3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631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C4F9-BCF9-4600-9F9B-1DF22550C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0F9BB-7246-4CE7-8B1E-42D5C7738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367F5-7780-433B-A0CA-2727257BD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A1639-7D21-48CA-B00B-8B0F6E1B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F31EC-793D-4833-8405-D864F028B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14712-DE8E-4CFF-BB7B-D676D381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411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AD6E4-BA5B-42F6-A863-204C867C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16334-34A9-45F2-8580-965B29E65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>
                <a:latin typeface="Candara" panose="020E0502030303020204" pitchFamily="34" charset="0"/>
              </a:defRPr>
            </a:lvl1pPr>
            <a:lvl2pPr marL="457200" indent="0">
              <a:buNone/>
              <a:defRPr sz="2000" b="1">
                <a:latin typeface="Candara" panose="020E0502030303020204" pitchFamily="34" charset="0"/>
              </a:defRPr>
            </a:lvl2pPr>
            <a:lvl3pPr marL="914400" indent="0">
              <a:buNone/>
              <a:defRPr sz="1800" b="1">
                <a:latin typeface="Candara" panose="020E0502030303020204" pitchFamily="34" charset="0"/>
              </a:defRPr>
            </a:lvl3pPr>
            <a:lvl4pPr marL="1371600" indent="0">
              <a:buNone/>
              <a:defRPr sz="1600" b="1">
                <a:latin typeface="Candara" panose="020E0502030303020204" pitchFamily="34" charset="0"/>
              </a:defRPr>
            </a:lvl4pPr>
            <a:lvl5pPr marL="1828800" indent="0">
              <a:buNone/>
              <a:defRPr sz="1600" b="1">
                <a:latin typeface="Candara" panose="020E0502030303020204" pitchFamily="34" charset="0"/>
              </a:defRPr>
            </a:lvl5pPr>
            <a:lvl6pPr marL="2286000" indent="0">
              <a:buNone/>
              <a:defRPr sz="1600" b="1">
                <a:latin typeface="Candara" panose="020E0502030303020204" pitchFamily="34" charset="0"/>
              </a:defRPr>
            </a:lvl6pPr>
            <a:lvl7pPr marL="2743200" indent="0">
              <a:buNone/>
              <a:defRPr sz="1600" b="1">
                <a:latin typeface="Candara" panose="020E0502030303020204" pitchFamily="34" charset="0"/>
              </a:defRPr>
            </a:lvl7pPr>
            <a:lvl8pPr marL="3200400" indent="0">
              <a:buNone/>
              <a:defRPr sz="1600" b="1">
                <a:latin typeface="Candara" panose="020E0502030303020204" pitchFamily="34" charset="0"/>
              </a:defRPr>
            </a:lvl8pPr>
            <a:lvl9pPr marL="3657600" indent="0">
              <a:buNone/>
              <a:defRPr sz="1600" b="1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E25DA-F1C9-4922-A8A7-DB9769540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4EE80C-4EC3-4B0D-9726-3ECFA9456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>
                <a:latin typeface="Candara" panose="020E0502030303020204" pitchFamily="34" charset="0"/>
              </a:defRPr>
            </a:lvl1pPr>
            <a:lvl2pPr marL="457200" indent="0">
              <a:buNone/>
              <a:defRPr sz="2000" b="1">
                <a:latin typeface="Candara" panose="020E0502030303020204" pitchFamily="34" charset="0"/>
              </a:defRPr>
            </a:lvl2pPr>
            <a:lvl3pPr marL="914400" indent="0">
              <a:buNone/>
              <a:defRPr sz="1800" b="1">
                <a:latin typeface="Candara" panose="020E0502030303020204" pitchFamily="34" charset="0"/>
              </a:defRPr>
            </a:lvl3pPr>
            <a:lvl4pPr marL="1371600" indent="0">
              <a:buNone/>
              <a:defRPr sz="1600" b="1">
                <a:latin typeface="Candara" panose="020E0502030303020204" pitchFamily="34" charset="0"/>
              </a:defRPr>
            </a:lvl4pPr>
            <a:lvl5pPr marL="1828800" indent="0">
              <a:buNone/>
              <a:defRPr sz="1600" b="1">
                <a:latin typeface="Candara" panose="020E0502030303020204" pitchFamily="34" charset="0"/>
              </a:defRPr>
            </a:lvl5pPr>
            <a:lvl6pPr marL="2286000" indent="0">
              <a:buNone/>
              <a:defRPr sz="1600" b="1">
                <a:latin typeface="Candara" panose="020E0502030303020204" pitchFamily="34" charset="0"/>
              </a:defRPr>
            </a:lvl6pPr>
            <a:lvl7pPr marL="2743200" indent="0">
              <a:buNone/>
              <a:defRPr sz="1600" b="1">
                <a:latin typeface="Candara" panose="020E0502030303020204" pitchFamily="34" charset="0"/>
              </a:defRPr>
            </a:lvl7pPr>
            <a:lvl8pPr marL="3200400" indent="0">
              <a:buNone/>
              <a:defRPr sz="1600" b="1">
                <a:latin typeface="Candara" panose="020E0502030303020204" pitchFamily="34" charset="0"/>
              </a:defRPr>
            </a:lvl8pPr>
            <a:lvl9pPr marL="3657600" indent="0">
              <a:buNone/>
              <a:defRPr sz="1600" b="1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581BAD-8532-4D1F-B5D8-DAE81DB64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3836C-7BBC-439E-B00D-FF2C51AA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75012-644E-4900-8BC0-911E7DE57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7E3597-65A3-4134-96D8-210C7AA7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58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927B9-85A7-4C21-936E-04ABF2B1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5F36FF-94E1-42F8-B476-1FE10D2B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A6673-12DE-4282-884C-F7BDAFCF6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E7810-2C2D-4829-9AF5-92B866CC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603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121CFE-E1F2-4271-AA72-92D0C5AD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B993C0-C693-4A93-A42C-ACD203319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F1F55-7ECE-4795-9B85-854695F0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988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B6FD-AD35-47BA-8EAF-72C6D53B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8F19E-7D98-4B7D-A669-609A9360F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>
                <a:latin typeface="Candara" panose="020E0502030303020204" pitchFamily="34" charset="0"/>
              </a:defRPr>
            </a:lvl1pPr>
            <a:lvl2pPr>
              <a:defRPr sz="2800">
                <a:latin typeface="Candara" panose="020E0502030303020204" pitchFamily="34" charset="0"/>
              </a:defRPr>
            </a:lvl2pPr>
            <a:lvl3pPr>
              <a:defRPr sz="2400">
                <a:latin typeface="Candara" panose="020E0502030303020204" pitchFamily="34" charset="0"/>
              </a:defRPr>
            </a:lvl3pPr>
            <a:lvl4pPr>
              <a:defRPr sz="2000">
                <a:latin typeface="Candara" panose="020E0502030303020204" pitchFamily="34" charset="0"/>
              </a:defRPr>
            </a:lvl4pPr>
            <a:lvl5pPr>
              <a:defRPr sz="2000">
                <a:latin typeface="Candara" panose="020E0502030303020204" pitchFamily="34" charset="0"/>
              </a:defRPr>
            </a:lvl5pPr>
            <a:lvl6pPr>
              <a:defRPr sz="2000">
                <a:latin typeface="Candara" panose="020E0502030303020204" pitchFamily="34" charset="0"/>
              </a:defRPr>
            </a:lvl6pPr>
            <a:lvl7pPr>
              <a:defRPr sz="2000">
                <a:latin typeface="Candara" panose="020E0502030303020204" pitchFamily="34" charset="0"/>
              </a:defRPr>
            </a:lvl7pPr>
            <a:lvl8pPr>
              <a:defRPr sz="2000">
                <a:latin typeface="Candara" panose="020E0502030303020204" pitchFamily="34" charset="0"/>
              </a:defRPr>
            </a:lvl8pPr>
            <a:lvl9pPr>
              <a:defRPr sz="2000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36F53-652C-4783-A862-CA6FD5D32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>
                <a:latin typeface="Candara" panose="020E0502030303020204" pitchFamily="34" charset="0"/>
              </a:defRPr>
            </a:lvl1pPr>
            <a:lvl2pPr marL="457200" indent="0">
              <a:buNone/>
              <a:defRPr sz="1400">
                <a:latin typeface="Candara" panose="020E0502030303020204" pitchFamily="34" charset="0"/>
              </a:defRPr>
            </a:lvl2pPr>
            <a:lvl3pPr marL="914400" indent="0">
              <a:buNone/>
              <a:defRPr sz="1200">
                <a:latin typeface="Candara" panose="020E0502030303020204" pitchFamily="34" charset="0"/>
              </a:defRPr>
            </a:lvl3pPr>
            <a:lvl4pPr marL="1371600" indent="0">
              <a:buNone/>
              <a:defRPr sz="1000">
                <a:latin typeface="Candara" panose="020E0502030303020204" pitchFamily="34" charset="0"/>
              </a:defRPr>
            </a:lvl4pPr>
            <a:lvl5pPr marL="1828800" indent="0">
              <a:buNone/>
              <a:defRPr sz="1000">
                <a:latin typeface="Candara" panose="020E0502030303020204" pitchFamily="34" charset="0"/>
              </a:defRPr>
            </a:lvl5pPr>
            <a:lvl6pPr marL="2286000" indent="0">
              <a:buNone/>
              <a:defRPr sz="1000">
                <a:latin typeface="Candara" panose="020E0502030303020204" pitchFamily="34" charset="0"/>
              </a:defRPr>
            </a:lvl6pPr>
            <a:lvl7pPr marL="2743200" indent="0">
              <a:buNone/>
              <a:defRPr sz="1000">
                <a:latin typeface="Candara" panose="020E0502030303020204" pitchFamily="34" charset="0"/>
              </a:defRPr>
            </a:lvl7pPr>
            <a:lvl8pPr marL="3200400" indent="0">
              <a:buNone/>
              <a:defRPr sz="1000">
                <a:latin typeface="Candara" panose="020E0502030303020204" pitchFamily="34" charset="0"/>
              </a:defRPr>
            </a:lvl8pPr>
            <a:lvl9pPr marL="3657600" indent="0">
              <a:buNone/>
              <a:defRPr sz="1000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EFA80-F07F-458E-80DB-61831943A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77CB5-5AD9-40C3-B9FB-0FA972ACF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49A8C-A18B-45C0-BA83-94ECAC7E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078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7E1F-A787-4EED-828D-4035F939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72F7F-2114-4CC7-AC93-A362DEA3A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>
                <a:latin typeface="Candara" panose="020E0502030303020204" pitchFamily="34" charset="0"/>
              </a:defRPr>
            </a:lvl1pPr>
            <a:lvl2pPr marL="457200" indent="0">
              <a:buNone/>
              <a:defRPr sz="2800">
                <a:latin typeface="Candara" panose="020E0502030303020204" pitchFamily="34" charset="0"/>
              </a:defRPr>
            </a:lvl2pPr>
            <a:lvl3pPr marL="914400" indent="0">
              <a:buNone/>
              <a:defRPr sz="2400">
                <a:latin typeface="Candara" panose="020E0502030303020204" pitchFamily="34" charset="0"/>
              </a:defRPr>
            </a:lvl3pPr>
            <a:lvl4pPr marL="1371600" indent="0">
              <a:buNone/>
              <a:defRPr sz="2000">
                <a:latin typeface="Candara" panose="020E0502030303020204" pitchFamily="34" charset="0"/>
              </a:defRPr>
            </a:lvl4pPr>
            <a:lvl5pPr marL="1828800" indent="0">
              <a:buNone/>
              <a:defRPr sz="2000">
                <a:latin typeface="Candara" panose="020E0502030303020204" pitchFamily="34" charset="0"/>
              </a:defRPr>
            </a:lvl5pPr>
            <a:lvl6pPr marL="2286000" indent="0">
              <a:buNone/>
              <a:defRPr sz="2000">
                <a:latin typeface="Candara" panose="020E0502030303020204" pitchFamily="34" charset="0"/>
              </a:defRPr>
            </a:lvl6pPr>
            <a:lvl7pPr marL="2743200" indent="0">
              <a:buNone/>
              <a:defRPr sz="2000">
                <a:latin typeface="Candara" panose="020E0502030303020204" pitchFamily="34" charset="0"/>
              </a:defRPr>
            </a:lvl7pPr>
            <a:lvl8pPr marL="3200400" indent="0">
              <a:buNone/>
              <a:defRPr sz="2000">
                <a:latin typeface="Candara" panose="020E0502030303020204" pitchFamily="34" charset="0"/>
              </a:defRPr>
            </a:lvl8pPr>
            <a:lvl9pPr marL="3657600" indent="0">
              <a:buNone/>
              <a:defRPr sz="2000">
                <a:latin typeface="Candara" panose="020E0502030303020204" pitchFamily="34" charset="0"/>
              </a:defRPr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14C0E-7FDD-4E16-BFBE-4111B4F11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>
                <a:latin typeface="Candara" panose="020E0502030303020204" pitchFamily="34" charset="0"/>
              </a:defRPr>
            </a:lvl1pPr>
            <a:lvl2pPr marL="457200" indent="0">
              <a:buNone/>
              <a:defRPr sz="1400">
                <a:latin typeface="Candara" panose="020E0502030303020204" pitchFamily="34" charset="0"/>
              </a:defRPr>
            </a:lvl2pPr>
            <a:lvl3pPr marL="914400" indent="0">
              <a:buNone/>
              <a:defRPr sz="1200">
                <a:latin typeface="Candara" panose="020E0502030303020204" pitchFamily="34" charset="0"/>
              </a:defRPr>
            </a:lvl3pPr>
            <a:lvl4pPr marL="1371600" indent="0">
              <a:buNone/>
              <a:defRPr sz="1000">
                <a:latin typeface="Candara" panose="020E0502030303020204" pitchFamily="34" charset="0"/>
              </a:defRPr>
            </a:lvl4pPr>
            <a:lvl5pPr marL="1828800" indent="0">
              <a:buNone/>
              <a:defRPr sz="1000">
                <a:latin typeface="Candara" panose="020E0502030303020204" pitchFamily="34" charset="0"/>
              </a:defRPr>
            </a:lvl5pPr>
            <a:lvl6pPr marL="2286000" indent="0">
              <a:buNone/>
              <a:defRPr sz="1000">
                <a:latin typeface="Candara" panose="020E0502030303020204" pitchFamily="34" charset="0"/>
              </a:defRPr>
            </a:lvl6pPr>
            <a:lvl7pPr marL="2743200" indent="0">
              <a:buNone/>
              <a:defRPr sz="1000">
                <a:latin typeface="Candara" panose="020E0502030303020204" pitchFamily="34" charset="0"/>
              </a:defRPr>
            </a:lvl7pPr>
            <a:lvl8pPr marL="3200400" indent="0">
              <a:buNone/>
              <a:defRPr sz="1000">
                <a:latin typeface="Candara" panose="020E0502030303020204" pitchFamily="34" charset="0"/>
              </a:defRPr>
            </a:lvl8pPr>
            <a:lvl9pPr marL="3657600" indent="0">
              <a:buNone/>
              <a:defRPr sz="1000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F8D95-E272-4987-94AC-F814B9568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21A42-78EA-40F5-954A-06D0D0C0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FE627-311B-4918-872C-812601ADD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857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E58E4-CAFC-4E79-9819-54BF503B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DE120-76DE-4FEF-B8D2-2980F6693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B370D-8EBE-4E61-AB93-104E3F593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A253C-7D7E-4DBA-B5A1-F2AC5AA4A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B509C-92DF-4DA7-B3DF-CC9F469A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176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7FCA57-3EEF-4F3D-977F-471E0FFCE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B0C3D-46FF-49AD-8A0F-A9F6B3F4E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1BCAC-A52A-4B89-B88D-0C9C3159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7EFC4-B89F-4933-B2DA-975AF31B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45557-835E-448E-8F04-5E180B67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28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  <a:latin typeface="Candara" panose="020E0502030303020204" pitchFamily="34" charset="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Candara" panose="020E0502030303020204" pitchFamily="34" charset="0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Candara" panose="020E0502030303020204" pitchFamily="34" charset="0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Candara" panose="020E0502030303020204" pitchFamily="34" charset="0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Candara" panose="020E0502030303020204" pitchFamily="34" charset="0"/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64" r:id="rId3"/>
    <p:sldLayoutId id="2147483679" r:id="rId4"/>
    <p:sldLayoutId id="214748368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B51ABA-7899-4933-8A5A-63C26C0E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0ADF5-441C-4872-9C72-E0A876FAB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E711B-078C-40E8-987E-DA98F80A4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1F72D-EA3D-46A2-B53E-E9378EBFE7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618C3-2574-46EA-91EF-94BC54674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DFFD7-3D66-427B-9197-310F7FFBE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53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5406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5406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5406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5406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5406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5406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A1271D0-9E0F-4467-A265-ABAFC1F1A0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1</a:t>
            </a:fld>
            <a:endParaRPr lang="en-GB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256032" y="1277276"/>
            <a:ext cx="8646566" cy="15465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22960">
              <a:buClrTx/>
            </a:pPr>
            <a:r>
              <a:rPr lang="en-US" sz="2800" b="1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[Presentation Title]</a:t>
            </a:r>
            <a:endParaRPr lang="en-GB" sz="600" b="1" kern="1200" noProof="0" dirty="0">
              <a:solidFill>
                <a:srgbClr val="002060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endParaRPr lang="en-GB" sz="600" b="1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r>
              <a:rPr lang="en-GB" sz="1600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[Your Name]</a:t>
            </a:r>
          </a:p>
          <a:p>
            <a:pPr algn="ctr" defTabSz="822960">
              <a:buClrTx/>
            </a:pPr>
            <a:r>
              <a:rPr lang="en-GB" sz="1050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[your.email@institution.org]</a:t>
            </a:r>
            <a:endParaRPr lang="en-GB" sz="1050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endParaRPr lang="en-GB" sz="600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r>
              <a:rPr lang="en-GB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[Affiliation, Institution / Country]</a:t>
            </a:r>
          </a:p>
          <a:p>
            <a:pPr algn="ctr" defTabSz="822960">
              <a:buClrTx/>
            </a:pPr>
            <a:endParaRPr lang="en-GB" b="1" kern="120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0264B-10C2-4C45-BCF0-61A069AAD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569" y="204754"/>
            <a:ext cx="2023175" cy="92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99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80D9D-F055-9908-73B5-04D92A006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A8BC7-CAA7-56C0-704F-8C21DCEB45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2</a:t>
            </a:fld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33A35-7460-2F76-8F72-4BBE509B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</p:spPr>
        <p:txBody>
          <a:bodyPr/>
          <a:lstStyle/>
          <a:p>
            <a:pPr algn="ctr" defTabSz="822960">
              <a:buClrTx/>
            </a:pPr>
            <a:r>
              <a:rPr lang="en-US" sz="2400" b="1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[Talk Title]</a:t>
            </a:r>
            <a:endParaRPr lang="en-GB" sz="500" b="1" kern="1200" noProof="0" dirty="0">
              <a:solidFill>
                <a:srgbClr val="002060"/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455BB-6493-697F-CBCC-F2833DF7D32B}"/>
              </a:ext>
            </a:extLst>
          </p:cNvPr>
          <p:cNvSpPr txBox="1"/>
          <p:nvPr/>
        </p:nvSpPr>
        <p:spPr>
          <a:xfrm>
            <a:off x="252484" y="1581310"/>
            <a:ext cx="8639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buClrTx/>
            </a:pPr>
            <a:r>
              <a:rPr lang="en-GB" sz="1800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Outline:</a:t>
            </a:r>
          </a:p>
          <a:p>
            <a:pPr defTabSz="822960">
              <a:buClrTx/>
            </a:pPr>
            <a:endParaRPr lang="en-GB" sz="600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254061"/>
                </a:solidFill>
                <a:latin typeface="Candara" panose="020E0502030303020204" pitchFamily="34" charset="0"/>
              </a:rPr>
              <a:t>What do we want say?</a:t>
            </a: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254061"/>
                </a:solidFill>
                <a:latin typeface="Candara" panose="020E0502030303020204" pitchFamily="34" charset="0"/>
              </a:rPr>
              <a:t>What they want to listen to?</a:t>
            </a: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254061"/>
                </a:solidFill>
                <a:latin typeface="Candara" panose="020E0502030303020204" pitchFamily="34" charset="0"/>
              </a:rPr>
              <a:t>How can we understand each others?</a:t>
            </a: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254061"/>
                </a:solidFill>
                <a:latin typeface="Candara" panose="020E0502030303020204" pitchFamily="34" charset="0"/>
              </a:rPr>
              <a:t>What will remind in us?</a:t>
            </a:r>
            <a:endParaRPr lang="en-GB" sz="1800" kern="1200" dirty="0">
              <a:solidFill>
                <a:srgbClr val="25406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25575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851E-D277-932A-4633-D8CD0698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857E-B458-134F-4422-9DC97651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</p:spPr>
        <p:txBody>
          <a:bodyPr/>
          <a:lstStyle/>
          <a:p>
            <a:pPr algn="ctr" defTabSz="822960">
              <a:buClrTx/>
            </a:pPr>
            <a:r>
              <a:rPr lang="en-US" sz="2400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[Slide Title]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C8397-D63C-7691-BB87-3EFDB9376A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3</a:t>
            </a:fld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4B945-7D7D-E8DD-9648-9BC26BC98ADF}"/>
              </a:ext>
            </a:extLst>
          </p:cNvPr>
          <p:cNvSpPr txBox="1"/>
          <p:nvPr/>
        </p:nvSpPr>
        <p:spPr>
          <a:xfrm>
            <a:off x="1695450" y="1099747"/>
            <a:ext cx="718946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822960">
              <a:buClrTx/>
            </a:pPr>
            <a:r>
              <a:rPr lang="en-GB" sz="1600" b="1" kern="1200" dirty="0">
                <a:solidFill>
                  <a:srgbClr val="254061"/>
                </a:solidFill>
                <a:latin typeface="Candara" panose="020E0502030303020204" pitchFamily="34" charset="0"/>
              </a:rPr>
              <a:t>[Section A]</a:t>
            </a:r>
          </a:p>
          <a:p>
            <a:pPr marL="555625" indent="-285750" algn="just" defTabSz="822960">
              <a:buClrTx/>
              <a:buFont typeface="Arial" panose="020B0604020202020204" pitchFamily="34" charset="0"/>
              <a:buChar char="•"/>
            </a:pPr>
            <a:r>
              <a:rPr lang="en-GB" sz="1600" kern="1200" dirty="0">
                <a:solidFill>
                  <a:srgbClr val="254061"/>
                </a:solidFill>
                <a:latin typeface="Candara" panose="020E0502030303020204" pitchFamily="34" charset="0"/>
              </a:rPr>
              <a:t>[Item A1]</a:t>
            </a:r>
          </a:p>
          <a:p>
            <a:pPr marL="555625" indent="-285750" algn="just" defTabSz="822960">
              <a:buClrTx/>
              <a:buFont typeface="Arial" panose="020B0604020202020204" pitchFamily="34" charset="0"/>
              <a:buChar char="•"/>
            </a:pPr>
            <a:r>
              <a:rPr lang="en-GB" sz="1600" kern="1200" dirty="0">
                <a:solidFill>
                  <a:srgbClr val="254061"/>
                </a:solidFill>
                <a:latin typeface="Candara" panose="020E0502030303020204" pitchFamily="34" charset="0"/>
              </a:rPr>
              <a:t>[Item A2]</a:t>
            </a:r>
          </a:p>
          <a:p>
            <a:pPr algn="just" defTabSz="822960">
              <a:buClrTx/>
            </a:pPr>
            <a:r>
              <a:rPr lang="en-GB" sz="1600" b="1" kern="1200" dirty="0">
                <a:solidFill>
                  <a:srgbClr val="254061"/>
                </a:solidFill>
                <a:latin typeface="Candara" panose="020E0502030303020204" pitchFamily="34" charset="0"/>
              </a:rPr>
              <a:t>[Section B]</a:t>
            </a:r>
          </a:p>
          <a:p>
            <a:pPr marL="555625" indent="-285750" algn="just" defTabSz="822960">
              <a:buClrTx/>
              <a:buFont typeface="Arial" panose="020B0604020202020204" pitchFamily="34" charset="0"/>
              <a:buChar char="•"/>
            </a:pPr>
            <a:r>
              <a:rPr lang="en-GB" sz="1600" kern="1200" dirty="0">
                <a:solidFill>
                  <a:srgbClr val="254061"/>
                </a:solidFill>
                <a:latin typeface="Candara" panose="020E0502030303020204" pitchFamily="34" charset="0"/>
              </a:rPr>
              <a:t>[Item B1]</a:t>
            </a:r>
          </a:p>
          <a:p>
            <a:pPr marL="555625" indent="-285750" algn="just" defTabSz="822960">
              <a:buClrTx/>
              <a:buFont typeface="Arial" panose="020B0604020202020204" pitchFamily="34" charset="0"/>
              <a:buChar char="•"/>
            </a:pPr>
            <a:r>
              <a:rPr lang="en-GB" sz="1600" kern="1200" dirty="0">
                <a:solidFill>
                  <a:srgbClr val="254061"/>
                </a:solidFill>
                <a:latin typeface="Candara" panose="020E0502030303020204" pitchFamily="34" charset="0"/>
              </a:rPr>
              <a:t>[Item B2]</a:t>
            </a:r>
          </a:p>
          <a:p>
            <a:pPr marL="555625" indent="-285750" algn="just" defTabSz="822960">
              <a:buClrTx/>
              <a:buFont typeface="Arial" panose="020B0604020202020204" pitchFamily="34" charset="0"/>
              <a:buChar char="•"/>
            </a:pPr>
            <a:r>
              <a:rPr lang="en-GB" sz="1600" kern="1200" dirty="0">
                <a:solidFill>
                  <a:srgbClr val="254061"/>
                </a:solidFill>
                <a:latin typeface="Candara" panose="020E0502030303020204" pitchFamily="34" charset="0"/>
              </a:rPr>
              <a:t>[Item B3]</a:t>
            </a:r>
          </a:p>
          <a:p>
            <a:pPr algn="just" defTabSz="822960">
              <a:buClrTx/>
            </a:pPr>
            <a:r>
              <a:rPr lang="en-GB" sz="1600" kern="1200" dirty="0">
                <a:solidFill>
                  <a:srgbClr val="254061"/>
                </a:solidFill>
                <a:latin typeface="Candara" panose="020E0502030303020204" pitchFamily="34" charset="0"/>
              </a:rPr>
              <a:t>[Additional note or footer text]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FCAACC-0EEB-DC50-2227-179958293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1859233"/>
            <a:ext cx="1435966" cy="142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39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C13C7-8424-BB30-436B-EC4FE4A44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F276F-7529-0F1B-3EFD-713B3DD74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</p:spPr>
        <p:txBody>
          <a:bodyPr/>
          <a:lstStyle/>
          <a:p>
            <a:pPr algn="ctr" defTabSz="822960">
              <a:buClrTx/>
            </a:pPr>
            <a:r>
              <a:rPr lang="en-US" sz="2400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[Slide Title]</a:t>
            </a:r>
            <a:endParaRPr lang="en-GB" sz="500" b="1" kern="1200" noProof="0" dirty="0">
              <a:solidFill>
                <a:srgbClr val="002060"/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2C643-27E8-6707-9113-97F387332C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4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EE5C80-CDDF-BE6A-DE9E-FAD210C322DC}"/>
                  </a:ext>
                </a:extLst>
              </p:cNvPr>
              <p:cNvSpPr txBox="1"/>
              <p:nvPr/>
            </p:nvSpPr>
            <p:spPr>
              <a:xfrm>
                <a:off x="4500000" y="855907"/>
                <a:ext cx="4400000" cy="320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822960">
                  <a:buClrTx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[Slide content goes here]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1]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2]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3]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EE5C80-CDDF-BE6A-DE9E-FAD210C32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855907"/>
                <a:ext cx="4000000" cy="3200000"/>
              </a:xfrm>
              <a:prstGeom prst="rect">
                <a:avLst/>
              </a:prstGeom>
              <a:blipFill>
                <a:blip r:embed="rId2"/>
                <a:stretch>
                  <a:fillRect l="-423" t="-466" r="-352"/>
                </a:stretch>
              </a:blipFill>
            </p:spPr>
            <p:txBody>
              <a:bodyPr wrap="square" rtlCol="0">
                <a:spAutoFit/>
              </a:bodyPr>
              <a:lstStyle/>
              <a:p>
                <a:pPr algn="l" defTabSz="822960">
                  <a:buClrTx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[Slide content goes here]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1]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2]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3]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409E2CC-E8A9-36EF-2171-F0EAE36E0EA0}"/>
              </a:ext>
            </a:extLst>
          </p:cNvPr>
          <p:cNvSpPr txBox="1"/>
          <p:nvPr/>
        </p:nvSpPr>
        <p:spPr>
          <a:xfrm>
            <a:off x="3378200" y="4475181"/>
            <a:ext cx="5719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822960">
              <a:buClrTx/>
            </a:pPr>
            <a:r>
              <a:rPr lang="en-GB" sz="1400" kern="1200" dirty="0">
                <a:solidFill>
                  <a:srgbClr val="254061"/>
                </a:solidFill>
                <a:latin typeface="Candara" panose="020E0502030303020204" pitchFamily="34" charset="0"/>
              </a:rPr>
              <a:t>[Author et al., Journal Name, Year]</a:t>
            </a:r>
          </a:p>
        </p:txBody>
      </p:sp>
    </p:spTree>
    <p:extLst>
      <p:ext uri="{BB962C8B-B14F-4D97-AF65-F5344CB8AC3E}">
        <p14:creationId xmlns:p14="http://schemas.microsoft.com/office/powerpoint/2010/main" val="328754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801A1-E56E-E36E-F314-C015B10E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53A52-5504-4BE1-CAE0-0CE547E3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</p:spPr>
        <p:txBody>
          <a:bodyPr/>
          <a:lstStyle/>
          <a:p>
            <a:pPr algn="ctr" defTabSz="822960">
              <a:buClrTx/>
            </a:pPr>
            <a:r>
              <a:rPr lang="en-US" sz="2400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[Slide Title]</a:t>
            </a:r>
            <a:endParaRPr lang="en-GB" sz="500" b="1" kern="1200" noProof="0" dirty="0">
              <a:solidFill>
                <a:srgbClr val="002060"/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8AA5A-5DE7-4EAF-69B8-1E8AD40D02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5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BB7B02-8A7A-1B24-E340-99F8BB931AFA}"/>
                  </a:ext>
                </a:extLst>
              </p:cNvPr>
              <p:cNvSpPr txBox="1"/>
              <p:nvPr/>
            </p:nvSpPr>
            <p:spPr>
              <a:xfrm>
                <a:off x="254000" y="855907"/>
                <a:ext cx="8651875" cy="3503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822960">
                  <a:buClrTx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[Slide content goes here]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1]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2]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3]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BB7B02-8A7A-1B24-E340-99F8BB931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855907"/>
                <a:ext cx="8651875" cy="3503651"/>
              </a:xfrm>
              <a:prstGeom prst="rect">
                <a:avLst/>
              </a:prstGeom>
              <a:blipFill>
                <a:blip r:embed="rId2"/>
                <a:stretch>
                  <a:fillRect l="-423" t="-522" r="-352" b="-1043"/>
                </a:stretch>
              </a:blipFill>
            </p:spPr>
            <p:txBody>
              <a:bodyPr wrap="square" rtlCol="0">
                <a:spAutoFit/>
              </a:bodyPr>
              <a:lstStyle/>
              <a:p>
                <a:pPr algn="l" defTabSz="822960">
                  <a:buClrTx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[Slide content goes here]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1]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2]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3]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4559DB9-8711-3A2B-DB1C-4002CFD175DC}"/>
              </a:ext>
            </a:extLst>
          </p:cNvPr>
          <p:cNvSpPr txBox="1"/>
          <p:nvPr/>
        </p:nvSpPr>
        <p:spPr>
          <a:xfrm>
            <a:off x="3378200" y="4475181"/>
            <a:ext cx="5719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822960">
              <a:buClrTx/>
            </a:pPr>
            <a:r>
              <a:rPr lang="en-GB" sz="1400" kern="1200" dirty="0">
                <a:solidFill>
                  <a:srgbClr val="254061"/>
                </a:solidFill>
                <a:latin typeface="Candara" panose="020E0502030303020204" pitchFamily="34" charset="0"/>
              </a:rPr>
              <a:t>[Author et al., Journal Name, Year]</a:t>
            </a:r>
          </a:p>
        </p:txBody>
      </p:sp>
    </p:spTree>
    <p:extLst>
      <p:ext uri="{BB962C8B-B14F-4D97-AF65-F5344CB8AC3E}">
        <p14:creationId xmlns:p14="http://schemas.microsoft.com/office/powerpoint/2010/main" val="263988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2509-8510-2BBC-6D65-9CF25489E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18E54-CD15-9759-675B-49EE95A9E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</p:spPr>
        <p:txBody>
          <a:bodyPr/>
          <a:lstStyle/>
          <a:p>
            <a:pPr algn="ctr" defTabSz="822960">
              <a:buClrTx/>
            </a:pPr>
            <a:r>
              <a:rPr lang="en-US" sz="2400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[Slide Title]</a:t>
            </a:r>
            <a:endParaRPr lang="en-GB" sz="500" b="1" kern="1200" noProof="0" dirty="0">
              <a:solidFill>
                <a:srgbClr val="002060"/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952B0-D729-7F28-7188-AEEAD3DF8A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6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E75D4E0-D720-5C3A-2AAB-B27B90274EBB}"/>
                  </a:ext>
                </a:extLst>
              </p:cNvPr>
              <p:cNvSpPr txBox="1"/>
              <p:nvPr/>
            </p:nvSpPr>
            <p:spPr>
              <a:xfrm>
                <a:off x="254000" y="855907"/>
                <a:ext cx="8651875" cy="3528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822960">
                  <a:buClrTx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[Slide content goes here]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1]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2]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3]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E75D4E0-D720-5C3A-2AAB-B27B90274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855907"/>
                <a:ext cx="8651875" cy="3528723"/>
              </a:xfrm>
              <a:prstGeom prst="rect">
                <a:avLst/>
              </a:prstGeom>
              <a:blipFill>
                <a:blip r:embed="rId2"/>
                <a:stretch>
                  <a:fillRect l="-423" t="-518" r="-352"/>
                </a:stretch>
              </a:blipFill>
            </p:spPr>
            <p:txBody>
              <a:bodyPr wrap="square" rtlCol="0">
                <a:spAutoFit/>
              </a:bodyPr>
              <a:lstStyle/>
              <a:p>
                <a:pPr algn="l" defTabSz="822960">
                  <a:buClrTx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[Slide content goes here]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1]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2]</a:t>
                </a:r>
              </a:p>
              <a:p>
                <a:pPr marL="555625" indent="-285750" algn="l" defTabSz="822960">
                  <a:buClrTx/>
                  <a:buFont typeface="Arial" panose="020B0604020202020204" pitchFamily="34" charset="0"/>
                  <a:buChar char="•"/>
                </a:pPr>
                <a:r>
                  <a:rPr lang="en-GB" sz="1600" kern="1200" dirty="0">
                    <a:solidFill>
                      <a:srgbClr val="254061"/>
                    </a:solidFill>
                    <a:latin typeface="Candara" panose="020E0502030303020204" pitchFamily="34" charset="0"/>
                  </a:rPr>
                  <a:t>[Bullet point 3]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39A8A7B-2C06-65A7-FE2C-6E4EDE3E2016}"/>
              </a:ext>
            </a:extLst>
          </p:cNvPr>
          <p:cNvSpPr txBox="1"/>
          <p:nvPr/>
        </p:nvSpPr>
        <p:spPr>
          <a:xfrm>
            <a:off x="3378200" y="4475181"/>
            <a:ext cx="5719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822960">
              <a:buClrTx/>
            </a:pPr>
            <a:r>
              <a:rPr lang="en-GB" sz="1400" kern="1200" dirty="0">
                <a:solidFill>
                  <a:srgbClr val="254061"/>
                </a:solidFill>
                <a:latin typeface="Candara" panose="020E0502030303020204" pitchFamily="34" charset="0"/>
              </a:rPr>
              <a:t>[Author et al., Journal Name, Year]</a:t>
            </a:r>
          </a:p>
        </p:txBody>
      </p:sp>
    </p:spTree>
    <p:extLst>
      <p:ext uri="{BB962C8B-B14F-4D97-AF65-F5344CB8AC3E}">
        <p14:creationId xmlns:p14="http://schemas.microsoft.com/office/powerpoint/2010/main" val="209112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7EBA5-1EAA-111D-33C0-29DB5D42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A0C85-2DFC-8536-C732-AA4A1184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</p:spPr>
        <p:txBody>
          <a:bodyPr/>
          <a:lstStyle/>
          <a:p>
            <a:pPr algn="ctr" defTabSz="822960">
              <a:buClrTx/>
            </a:pPr>
            <a:r>
              <a:rPr lang="en-US" sz="2400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Examples</a:t>
            </a:r>
            <a:endParaRPr lang="en-GB" sz="500" b="1" kern="1200" noProof="0" dirty="0">
              <a:solidFill>
                <a:srgbClr val="002060"/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7C3D3-9BC8-8534-C850-7EC580D67B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7</a:t>
            </a:fld>
            <a:endParaRPr lang="en-GB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789C0A-6920-CA00-1662-58CF574AAEC4}"/>
              </a:ext>
            </a:extLst>
          </p:cNvPr>
          <p:cNvSpPr txBox="1"/>
          <p:nvPr/>
        </p:nvSpPr>
        <p:spPr>
          <a:xfrm>
            <a:off x="256406" y="2405829"/>
            <a:ext cx="8647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822960">
              <a:buClrTx/>
            </a:pPr>
            <a:r>
              <a:rPr lang="en-US" sz="1600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[Demo / example description goes here]</a:t>
            </a:r>
          </a:p>
        </p:txBody>
      </p:sp>
    </p:spTree>
    <p:extLst>
      <p:ext uri="{BB962C8B-B14F-4D97-AF65-F5344CB8AC3E}">
        <p14:creationId xmlns:p14="http://schemas.microsoft.com/office/powerpoint/2010/main" val="1878062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4C16-2944-2169-0B02-0AF77BBC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F837-9A1B-8AF8-A1AE-0DEC6E273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" y="2297611"/>
            <a:ext cx="9039600" cy="615523"/>
          </a:xfrm>
        </p:spPr>
        <p:txBody>
          <a:bodyPr/>
          <a:lstStyle/>
          <a:p>
            <a:pPr algn="ctr"/>
            <a:r>
              <a:rPr lang="en-GB" sz="2800" cap="none" noProof="0" dirty="0">
                <a:solidFill>
                  <a:srgbClr val="254061"/>
                </a:solidFill>
                <a:latin typeface="Candara" panose="020E0502030303020204" pitchFamily="34" charset="0"/>
              </a:rPr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D9FFB-9ED6-C019-89E7-041D293AF1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8508111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Candar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9158</TotalTime>
  <Words>220</Words>
  <Application>Microsoft Office PowerPoint</Application>
  <PresentationFormat>On-screen Show (16:9)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Candara</vt:lpstr>
      <vt:lpstr>Wingdings</vt:lpstr>
      <vt:lpstr>Simple Light</vt:lpstr>
      <vt:lpstr>Custom Design</vt:lpstr>
      <vt:lpstr>PowerPoint Presentation</vt:lpstr>
      <vt:lpstr>[Talk Title]</vt:lpstr>
      <vt:lpstr>[Slide Title]</vt:lpstr>
      <vt:lpstr>[Slide Title]</vt:lpstr>
      <vt:lpstr>[Slide Title]</vt:lpstr>
      <vt:lpstr>[Slide Title]</vt:lpstr>
      <vt:lpstr>Examples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SRW</dc:title>
  <dc:creator>Rafael CELESTRE</dc:creator>
  <cp:lastModifiedBy>SANCHEZ DEL RIO Manuel</cp:lastModifiedBy>
  <cp:revision>470</cp:revision>
  <dcterms:modified xsi:type="dcterms:W3CDTF">2026-04-21T14:26:35Z</dcterms:modified>
</cp:coreProperties>
</file>