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Override1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3" r:id="rId1"/>
    <p:sldMasterId id="2147483683" r:id="rId2"/>
  </p:sldMasterIdLst>
  <p:notesMasterIdLst>
    <p:notesMasterId r:id="rId11"/>
  </p:notesMasterIdLst>
  <p:sldIdLst>
    <p:sldId id="265" r:id="rId3"/>
    <p:sldId id="551" r:id="rId4"/>
    <p:sldId id="581" r:id="rId5"/>
    <p:sldId id="592" r:id="rId6"/>
    <p:sldId id="583" r:id="rId7"/>
    <p:sldId id="591" r:id="rId8"/>
    <p:sldId id="590" r:id="rId9"/>
    <p:sldId id="579" r:id="rId10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54061"/>
    <a:srgbClr val="376092"/>
    <a:srgbClr val="4F81BD"/>
    <a:srgbClr val="990033"/>
    <a:srgbClr val="D1C4E9"/>
    <a:srgbClr val="B3E5FC"/>
    <a:srgbClr val="C8E6C9"/>
    <a:srgbClr val="FFECB3"/>
    <a:srgbClr val="FFB3B3"/>
    <a:srgbClr val="F8BBD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6" autoAdjust="0"/>
    <p:restoredTop sz="94657" autoAdjust="0"/>
  </p:normalViewPr>
  <p:slideViewPr>
    <p:cSldViewPr snapToGrid="0">
      <p:cViewPr varScale="1">
        <p:scale>
          <a:sx n="126" d="100"/>
          <a:sy n="126" d="100"/>
        </p:scale>
        <p:origin x="618" y="114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viewProps" Target="view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5" Type="http://schemas.openxmlformats.org/officeDocument/2006/relationships/tableStyles" Target="tableStyle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4"/>
          <p:cNvSpPr txBox="1"/>
          <p:nvPr/>
        </p:nvSpPr>
        <p:spPr>
          <a:xfrm>
            <a:off x="0" y="4924425"/>
            <a:ext cx="9144000" cy="219000"/>
          </a:xfrm>
          <a:prstGeom prst="rect">
            <a:avLst/>
          </a:prstGeom>
          <a:solidFill>
            <a:srgbClr val="000000">
              <a:alpha val="50000"/>
            </a:srgbClr>
          </a:solidFill>
          <a:ln>
            <a:noFill/>
          </a:ln>
        </p:spPr>
        <p:txBody>
          <a:bodyPr spcFirstLastPara="1" wrap="square" lIns="91425" tIns="27425" rIns="91425" bIns="27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dirty="0">
                <a:solidFill>
                  <a:srgbClr val="FCE5CD"/>
                </a:solidFill>
              </a:rPr>
              <a:t>ESRF-ENRICH OASYS SCHOOL </a:t>
            </a:r>
            <a:r>
              <a:rPr lang="en-GB" sz="1000" b="1" dirty="0">
                <a:solidFill>
                  <a:srgbClr val="FCE5CD"/>
                </a:solidFill>
              </a:rPr>
              <a:t>Grenoble </a:t>
            </a:r>
            <a:r>
              <a:rPr lang="en" sz="1000" b="1" dirty="0">
                <a:solidFill>
                  <a:srgbClr val="FCE5CD"/>
                </a:solidFill>
              </a:rPr>
              <a:t>2026			</a:t>
            </a:r>
            <a:r>
              <a:rPr lang="en-GB" sz="1000" b="1" dirty="0">
                <a:solidFill>
                  <a:srgbClr val="FCE5CD"/>
                </a:solidFill>
              </a:rPr>
              <a:t>myself</a:t>
            </a:r>
            <a:r>
              <a:rPr lang="en" sz="1000" b="1" dirty="0">
                <a:solidFill>
                  <a:srgbClr val="FCE5CD"/>
                </a:solidFill>
              </a:rPr>
              <a:t>  </a:t>
            </a:r>
            <a:r>
              <a:rPr lang="en-GB" sz="1000" b="1" dirty="0" err="1">
                <a:solidFill>
                  <a:srgbClr val="FCE5CD"/>
                </a:solidFill>
              </a:rPr>
              <a:t>mytitle</a:t>
            </a:r>
            <a:r>
              <a:rPr lang="en" sz="1000" b="1" dirty="0">
                <a:solidFill>
                  <a:srgbClr val="FCE5CD"/>
                </a:solidFill>
              </a:rPr>
              <a:t>	</a:t>
            </a:r>
            <a:endParaRPr sz="1000" b="1" dirty="0">
              <a:solidFill>
                <a:srgbClr val="FCE5CD"/>
              </a:solidFill>
            </a:endParaRPr>
          </a:p>
        </p:txBody>
      </p:sp>
      <p:sp>
        <p:nvSpPr>
          <p:cNvPr id="20" name="Google Shape;20;p4"/>
          <p:cNvSpPr txBox="1">
            <a:spLocks noGrp="1"/>
          </p:cNvSpPr>
          <p:nvPr>
            <p:ph type="body" idx="1"/>
          </p:nvPr>
        </p:nvSpPr>
        <p:spPr>
          <a:xfrm>
            <a:off x="231100" y="6190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>
                <a:solidFill>
                  <a:srgbClr val="254061"/>
                </a:solidFill>
                <a:latin typeface="Candara" panose="020E0502030303020204" pitchFamily="34" charset="0"/>
              </a:defRPr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>
                <a:latin typeface="Candara" panose="020E0502030303020204" pitchFamily="34" charset="0"/>
              </a:defRPr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>
                <a:latin typeface="Candara" panose="020E0502030303020204" pitchFamily="34" charset="0"/>
              </a:defRPr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>
                <a:latin typeface="Candara" panose="020E0502030303020204" pitchFamily="34" charset="0"/>
              </a:defRPr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>
                <a:latin typeface="Candara" panose="020E0502030303020204" pitchFamily="34" charset="0"/>
              </a:defRPr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>
                <a:latin typeface="Candara" panose="020E0502030303020204" pitchFamily="34" charset="0"/>
              </a:defRPr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>
                <a:latin typeface="Candara" panose="020E0502030303020204" pitchFamily="34" charset="0"/>
              </a:defRPr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>
                <a:latin typeface="Candara" panose="020E0502030303020204" pitchFamily="34" charset="0"/>
              </a:defRPr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>
                <a:latin typeface="Candara" panose="020E0502030303020204" pitchFamily="34" charset="0"/>
              </a:defRPr>
            </a:lvl9pPr>
          </a:lstStyle>
          <a:p>
            <a:endParaRPr dirty="0"/>
          </a:p>
        </p:txBody>
      </p:sp>
      <p:sp>
        <p:nvSpPr>
          <p:cNvPr id="21" name="Google Shape;21;p4"/>
          <p:cNvSpPr txBox="1">
            <a:spLocks noGrp="1"/>
          </p:cNvSpPr>
          <p:nvPr>
            <p:ph type="title"/>
          </p:nvPr>
        </p:nvSpPr>
        <p:spPr>
          <a:xfrm>
            <a:off x="67175" y="132685"/>
            <a:ext cx="8954100" cy="4000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b="1">
                <a:solidFill>
                  <a:srgbClr val="254061"/>
                </a:solidFill>
                <a:latin typeface="Candara" panose="020E0502030303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 b="1">
                <a:latin typeface="Candara" panose="020E0502030303020204" pitchFamily="34" charset="0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 b="1">
                <a:latin typeface="Candara" panose="020E0502030303020204" pitchFamily="34" charset="0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b="1">
                <a:latin typeface="Candara" panose="020E0502030303020204" pitchFamily="34" charset="0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 b="1">
                <a:latin typeface="Candara" panose="020E0502030303020204" pitchFamily="34" charset="0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 b="1">
                <a:latin typeface="Candara" panose="020E0502030303020204" pitchFamily="34" charset="0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b="1">
                <a:latin typeface="Candara" panose="020E0502030303020204" pitchFamily="34" charset="0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 b="1">
                <a:latin typeface="Candara" panose="020E0502030303020204" pitchFamily="34" charset="0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 b="1">
                <a:latin typeface="Candara" panose="020E0502030303020204" pitchFamily="34" charset="0"/>
              </a:defRPr>
            </a:lvl9pPr>
          </a:lstStyle>
          <a:p>
            <a:endParaRPr dirty="0"/>
          </a:p>
        </p:txBody>
      </p:sp>
      <p:sp>
        <p:nvSpPr>
          <p:cNvPr id="22" name="Google Shape;22;p4"/>
          <p:cNvSpPr txBox="1">
            <a:spLocks noGrp="1"/>
          </p:cNvSpPr>
          <p:nvPr>
            <p:ph type="sldNum" idx="12"/>
          </p:nvPr>
        </p:nvSpPr>
        <p:spPr>
          <a:xfrm>
            <a:off x="8406950" y="4908739"/>
            <a:ext cx="690300" cy="249000"/>
          </a:xfrm>
          <a:prstGeom prst="rect">
            <a:avLst/>
          </a:prstGeom>
        </p:spPr>
        <p:txBody>
          <a:bodyPr spcFirstLastPara="1" wrap="square" lIns="91425" tIns="27425" rIns="91425" bIns="27425" anchor="ctr" anchorCtr="0">
            <a:normAutofit/>
          </a:bodyPr>
          <a:lstStyle>
            <a:lvl1pPr lvl="0" rtl="0">
              <a:buNone/>
              <a:defRPr b="1">
                <a:solidFill>
                  <a:srgbClr val="EFEFEF"/>
                </a:solidFill>
                <a:latin typeface="Candara" panose="020E0502030303020204" pitchFamily="34" charset="0"/>
              </a:defRPr>
            </a:lvl1pPr>
            <a:lvl2pPr lvl="1" rtl="0">
              <a:buNone/>
              <a:defRPr b="1">
                <a:solidFill>
                  <a:srgbClr val="EFEFEF"/>
                </a:solidFill>
                <a:latin typeface="Candara" panose="020E0502030303020204" pitchFamily="34" charset="0"/>
              </a:defRPr>
            </a:lvl2pPr>
            <a:lvl3pPr lvl="2" rtl="0">
              <a:buNone/>
              <a:defRPr b="1">
                <a:solidFill>
                  <a:srgbClr val="EFEFEF"/>
                </a:solidFill>
                <a:latin typeface="Candara" panose="020E0502030303020204" pitchFamily="34" charset="0"/>
              </a:defRPr>
            </a:lvl3pPr>
            <a:lvl4pPr lvl="3" rtl="0">
              <a:buNone/>
              <a:defRPr b="1">
                <a:solidFill>
                  <a:srgbClr val="EFEFEF"/>
                </a:solidFill>
                <a:latin typeface="Candara" panose="020E0502030303020204" pitchFamily="34" charset="0"/>
              </a:defRPr>
            </a:lvl4pPr>
            <a:lvl5pPr lvl="4" rtl="0">
              <a:buNone/>
              <a:defRPr b="1">
                <a:solidFill>
                  <a:srgbClr val="EFEFEF"/>
                </a:solidFill>
                <a:latin typeface="Candara" panose="020E0502030303020204" pitchFamily="34" charset="0"/>
              </a:defRPr>
            </a:lvl5pPr>
            <a:lvl6pPr lvl="5" rtl="0">
              <a:buNone/>
              <a:defRPr b="1">
                <a:solidFill>
                  <a:srgbClr val="EFEFEF"/>
                </a:solidFill>
                <a:latin typeface="Candara" panose="020E0502030303020204" pitchFamily="34" charset="0"/>
              </a:defRPr>
            </a:lvl6pPr>
            <a:lvl7pPr lvl="6" rtl="0">
              <a:buNone/>
              <a:defRPr b="1">
                <a:solidFill>
                  <a:srgbClr val="EFEFEF"/>
                </a:solidFill>
              </a:defRPr>
            </a:lvl7pPr>
            <a:lvl8pPr lvl="7" rtl="0">
              <a:buNone/>
              <a:defRPr b="1">
                <a:solidFill>
                  <a:srgbClr val="EFEFEF"/>
                </a:solidFill>
              </a:defRPr>
            </a:lvl8pPr>
            <a:lvl9pPr lvl="8" rtl="0">
              <a:buNone/>
              <a:defRPr b="1">
                <a:solidFill>
                  <a:srgbClr val="EFEFEF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/>
          <p:nvPr/>
        </p:nvSpPr>
        <p:spPr>
          <a:xfrm>
            <a:off x="0" y="4924425"/>
            <a:ext cx="9144000" cy="219000"/>
          </a:xfrm>
          <a:prstGeom prst="rect">
            <a:avLst/>
          </a:prstGeom>
          <a:solidFill>
            <a:srgbClr val="000000">
              <a:alpha val="50000"/>
            </a:srgbClr>
          </a:solidFill>
          <a:ln>
            <a:noFill/>
          </a:ln>
        </p:spPr>
        <p:txBody>
          <a:bodyPr spcFirstLastPara="1" wrap="square" lIns="91425" tIns="27425" rIns="91425" bIns="27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dirty="0">
                <a:solidFill>
                  <a:srgbClr val="FCE5CD"/>
                </a:solidFill>
              </a:rPr>
              <a:t>ESRF-ENRICH OASYS SCHOOL Grenoble 2026			myself  </a:t>
            </a:r>
            <a:r>
              <a:rPr lang="en-US" sz="1000" b="1" dirty="0" err="1">
                <a:solidFill>
                  <a:srgbClr val="FCE5CD"/>
                </a:solidFill>
              </a:rPr>
              <a:t>mytitle</a:t>
            </a:r>
            <a:r>
              <a:rPr lang="en-US" sz="1000" b="1" dirty="0">
                <a:solidFill>
                  <a:srgbClr val="FCE5CD"/>
                </a:solidFill>
              </a:rPr>
              <a:t>	</a:t>
            </a:r>
          </a:p>
        </p:txBody>
      </p:sp>
      <p:sp>
        <p:nvSpPr>
          <p:cNvPr id="25" name="Google Shape;25;p5"/>
          <p:cNvSpPr txBox="1">
            <a:spLocks noGrp="1"/>
          </p:cNvSpPr>
          <p:nvPr>
            <p:ph type="sldNum" idx="12"/>
          </p:nvPr>
        </p:nvSpPr>
        <p:spPr>
          <a:xfrm>
            <a:off x="8406950" y="4908739"/>
            <a:ext cx="690300" cy="249000"/>
          </a:xfrm>
          <a:prstGeom prst="rect">
            <a:avLst/>
          </a:prstGeom>
        </p:spPr>
        <p:txBody>
          <a:bodyPr spcFirstLastPara="1" wrap="square" lIns="91425" tIns="27425" rIns="91425" bIns="27425" anchor="ctr" anchorCtr="0">
            <a:normAutofit/>
          </a:bodyPr>
          <a:lstStyle>
            <a:lvl1pPr lvl="0" rtl="0">
              <a:buNone/>
              <a:defRPr b="1">
                <a:solidFill>
                  <a:srgbClr val="EFEFEF"/>
                </a:solidFill>
                <a:latin typeface="Candara" panose="020E0502030303020204" pitchFamily="34" charset="0"/>
              </a:defRPr>
            </a:lvl1pPr>
            <a:lvl2pPr lvl="1" rtl="0">
              <a:buNone/>
              <a:defRPr b="1">
                <a:solidFill>
                  <a:srgbClr val="EFEFEF"/>
                </a:solidFill>
                <a:latin typeface="Candara" panose="020E0502030303020204" pitchFamily="34" charset="0"/>
              </a:defRPr>
            </a:lvl2pPr>
            <a:lvl3pPr lvl="2" rtl="0">
              <a:buNone/>
              <a:defRPr b="1">
                <a:solidFill>
                  <a:srgbClr val="EFEFEF"/>
                </a:solidFill>
                <a:latin typeface="Candara" panose="020E0502030303020204" pitchFamily="34" charset="0"/>
              </a:defRPr>
            </a:lvl3pPr>
            <a:lvl4pPr lvl="3" rtl="0">
              <a:buNone/>
              <a:defRPr b="1">
                <a:solidFill>
                  <a:srgbClr val="EFEFEF"/>
                </a:solidFill>
                <a:latin typeface="Candara" panose="020E0502030303020204" pitchFamily="34" charset="0"/>
              </a:defRPr>
            </a:lvl4pPr>
            <a:lvl5pPr lvl="4" rtl="0">
              <a:buNone/>
              <a:defRPr b="1">
                <a:solidFill>
                  <a:srgbClr val="EFEFEF"/>
                </a:solidFill>
                <a:latin typeface="Candara" panose="020E0502030303020204" pitchFamily="34" charset="0"/>
              </a:defRPr>
            </a:lvl5pPr>
            <a:lvl6pPr lvl="5" rtl="0">
              <a:buNone/>
              <a:defRPr b="1">
                <a:solidFill>
                  <a:srgbClr val="EFEFEF"/>
                </a:solidFill>
                <a:latin typeface="Candara" panose="020E0502030303020204" pitchFamily="34" charset="0"/>
              </a:defRPr>
            </a:lvl6pPr>
            <a:lvl7pPr lvl="6" rtl="0">
              <a:buNone/>
              <a:defRPr b="1">
                <a:solidFill>
                  <a:srgbClr val="EFEFEF"/>
                </a:solidFill>
              </a:defRPr>
            </a:lvl7pPr>
            <a:lvl8pPr lvl="7" rtl="0">
              <a:buNone/>
              <a:defRPr b="1">
                <a:solidFill>
                  <a:srgbClr val="EFEFEF"/>
                </a:solidFill>
              </a:defRPr>
            </a:lvl8pPr>
            <a:lvl9pPr lvl="8" rtl="0">
              <a:buNone/>
              <a:defRPr b="1">
                <a:solidFill>
                  <a:srgbClr val="EFEFEF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title"/>
          </p:nvPr>
        </p:nvSpPr>
        <p:spPr>
          <a:xfrm>
            <a:off x="57675" y="62425"/>
            <a:ext cx="9039600" cy="55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400" b="1">
                <a:solidFill>
                  <a:srgbClr val="254061"/>
                </a:solidFill>
                <a:latin typeface="Candara" panose="020E0502030303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 b="1">
                <a:latin typeface="Candara" panose="020E0502030303020204" pitchFamily="34" charset="0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 b="1">
                <a:latin typeface="Candara" panose="020E0502030303020204" pitchFamily="34" charset="0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 b="1">
                <a:latin typeface="Candara" panose="020E0502030303020204" pitchFamily="34" charset="0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 b="1">
                <a:latin typeface="Candara" panose="020E0502030303020204" pitchFamily="34" charset="0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 b="1">
                <a:latin typeface="Candara" panose="020E0502030303020204" pitchFamily="34" charset="0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 b="1">
                <a:latin typeface="Candara" panose="020E0502030303020204" pitchFamily="34" charset="0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 b="1">
                <a:latin typeface="Candara" panose="020E0502030303020204" pitchFamily="34" charset="0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 b="1">
                <a:latin typeface="Candara" panose="020E0502030303020204" pitchFamily="34" charset="0"/>
              </a:defRPr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727200" y="113400"/>
            <a:ext cx="8236800" cy="447120"/>
          </a:xfrm>
          <a:solidFill>
            <a:schemeClr val="accent1"/>
          </a:solidFill>
        </p:spPr>
        <p:txBody>
          <a:bodyPr lIns="108000" tIns="0" rIns="108000" anchor="ctr" anchorCtr="0"/>
          <a:lstStyle>
            <a:lvl1pPr>
              <a:lnSpc>
                <a:spcPct val="85000"/>
              </a:lnSpc>
              <a:defRPr sz="2250">
                <a:solidFill>
                  <a:schemeClr val="bg1"/>
                </a:solidFill>
                <a:latin typeface="Candara" panose="020E0502030303020204" pitchFamily="34" charset="0"/>
              </a:defRPr>
            </a:lvl1pPr>
          </a:lstStyle>
          <a:p>
            <a:r>
              <a:rPr lang="en-US" noProof="0" dirty="0"/>
              <a:t>Click to edit Master title style</a:t>
            </a:r>
          </a:p>
        </p:txBody>
      </p:sp>
      <p:sp>
        <p:nvSpPr>
          <p:cNvPr id="17" name="Espace réservé de la date 16"/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>
                <a:solidFill>
                  <a:srgbClr val="25406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8" name="Espace réservé du numéro de diapositive 17"/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US" noProof="0"/>
              <a:t>Page </a:t>
            </a:r>
            <a:fld id="{733122C9-A0B9-462F-8757-0847AD287B63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19" name="Espace réservé du pied de page 18"/>
          <p:cNvSpPr>
            <a:spLocks noGrp="1"/>
          </p:cNvSpPr>
          <p:nvPr>
            <p:ph type="ftr" sz="quarter" idx="16"/>
          </p:nvPr>
        </p:nvSpPr>
        <p:spPr/>
        <p:txBody>
          <a:bodyPr/>
          <a:lstStyle>
            <a:lvl1pPr>
              <a:defRPr>
                <a:solidFill>
                  <a:srgbClr val="254061"/>
                </a:solidFill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27163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 bwMode="gray"/>
        <p:txBody>
          <a:bodyPr/>
          <a:lstStyle/>
          <a:p>
            <a:pPr>
              <a:defRPr>
                <a:latin typeface="Candara" panose="020E0502030303020204" pitchFamily="34" charset="0"/>
              </a:defRPr>
            </a:pPr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 bwMode="gray">
          <a:xfrm>
            <a:off x="727688" y="573528"/>
            <a:ext cx="8236800" cy="4050000"/>
          </a:xfrm>
        </p:spPr>
        <p:txBody>
          <a:bodyPr/>
          <a:lstStyle>
            <a:lvl1pPr>
              <a:defRPr>
                <a:solidFill>
                  <a:srgbClr val="254061"/>
                </a:solidFill>
                <a:latin typeface="Candara" panose="020E0502030303020204" pitchFamily="34" charset="0"/>
              </a:defRPr>
            </a:lvl1pPr>
            <a:lvl2pPr>
              <a:defRPr>
                <a:solidFill>
                  <a:srgbClr val="254061"/>
                </a:solidFill>
                <a:latin typeface="Candara" panose="020E0502030303020204" pitchFamily="34" charset="0"/>
              </a:defRPr>
            </a:lvl2pPr>
            <a:lvl3pPr>
              <a:defRPr>
                <a:solidFill>
                  <a:srgbClr val="254061"/>
                </a:solidFill>
              </a:defRPr>
            </a:lvl3pPr>
            <a:lvl4pPr>
              <a:spcBef>
                <a:spcPts val="0"/>
              </a:spcBef>
              <a:spcAft>
                <a:spcPts val="225"/>
              </a:spcAft>
              <a:buSzPct val="80000"/>
              <a:defRPr>
                <a:solidFill>
                  <a:srgbClr val="254061"/>
                </a:solidFill>
                <a:latin typeface="Candara" panose="020E0502030303020204" pitchFamily="34" charset="0"/>
              </a:defRPr>
            </a:lvl4pPr>
            <a:lvl5pPr>
              <a:spcAft>
                <a:spcPts val="225"/>
              </a:spcAft>
              <a:defRPr>
                <a:solidFill>
                  <a:srgbClr val="254061"/>
                </a:solidFill>
                <a:latin typeface="Candara" panose="020E0502030303020204" pitchFamily="34" charset="0"/>
              </a:defRPr>
            </a:lvl5pPr>
          </a:lstStyle>
          <a:p>
            <a:pPr lvl="0">
              <a:defRPr>
                <a:latin typeface="Candara" panose="020E0502030303020204" pitchFamily="34" charset="0"/>
              </a:defRPr>
            </a:pPr>
            <a:r>
              <a:rPr lang="en-US" dirty="0"/>
              <a:t>Click to edit Master text styles</a:t>
            </a:r>
            <a:endParaRPr dirty="0"/>
          </a:p>
          <a:p>
            <a:pPr lvl="1">
              <a:defRPr>
                <a:latin typeface="Candara" panose="020E0502030303020204" pitchFamily="34" charset="0"/>
              </a:defRPr>
            </a:pPr>
            <a:r>
              <a:rPr lang="en-US" dirty="0"/>
              <a:t>Second level</a:t>
            </a:r>
            <a:endParaRPr dirty="0"/>
          </a:p>
          <a:p>
            <a:pPr lvl="2">
              <a:defRPr>
                <a:latin typeface="Candara" panose="020E0502030303020204" pitchFamily="34" charset="0"/>
              </a:defRPr>
            </a:pPr>
            <a:r>
              <a:rPr lang="en-US" dirty="0"/>
              <a:t>Third level</a:t>
            </a:r>
            <a:endParaRPr dirty="0"/>
          </a:p>
          <a:p>
            <a:pPr lvl="3">
              <a:defRPr>
                <a:latin typeface="Candara" panose="020E0502030303020204" pitchFamily="34" charset="0"/>
              </a:defRPr>
            </a:pPr>
            <a:r>
              <a:rPr lang="en-US" dirty="0"/>
              <a:t>Fourth level</a:t>
            </a:r>
            <a:endParaRPr dirty="0"/>
          </a:p>
          <a:p>
            <a:pPr lvl="4">
              <a:defRPr>
                <a:latin typeface="Candara" panose="020E0502030303020204" pitchFamily="34" charset="0"/>
              </a:defRPr>
            </a:pPr>
            <a:r>
              <a:rPr lang="en-US" dirty="0"/>
              <a:t>Fifth level</a:t>
            </a:r>
            <a:endParaRPr lang="fr-FR" dirty="0"/>
          </a:p>
        </p:txBody>
      </p:sp>
      <p:sp>
        <p:nvSpPr>
          <p:cNvPr id="8" name="Espace réservé du numéro de diapositive 7"/>
          <p:cNvSpPr>
            <a:spLocks noGrp="1"/>
          </p:cNvSpPr>
          <p:nvPr>
            <p:ph type="sldNum" sz="quarter" idx="11"/>
          </p:nvPr>
        </p:nvSpPr>
        <p:spPr bwMode="auto"/>
        <p:txBody>
          <a:bodyPr/>
          <a:lstStyle/>
          <a:p>
            <a:pPr lvl="0">
              <a:defRPr>
                <a:latin typeface="Candara" panose="020E0502030303020204" pitchFamily="34" charset="0"/>
              </a:defRPr>
            </a:pPr>
            <a:fld id="{86CB4B4D-7CA3-9044-876B-883B54F8677D}" type="slidenum">
              <a:rPr lang="uk-UA"/>
              <a:t>‹#›</a:t>
            </a:fld>
            <a:endParaRPr lang="uk-UA"/>
          </a:p>
        </p:txBody>
      </p:sp>
      <p:sp>
        <p:nvSpPr>
          <p:cNvPr id="9" name="Espace réservé du pied de page 8"/>
          <p:cNvSpPr>
            <a:spLocks noGrp="1"/>
          </p:cNvSpPr>
          <p:nvPr>
            <p:ph type="ftr" sz="quarter" idx="12"/>
          </p:nvPr>
        </p:nvSpPr>
        <p:spPr bwMode="auto"/>
        <p:txBody>
          <a:bodyPr/>
          <a:lstStyle>
            <a:lvl1pPr>
              <a:defRPr>
                <a:solidFill>
                  <a:srgbClr val="254061"/>
                </a:solidFill>
              </a:defRPr>
            </a:lvl1pPr>
          </a:lstStyle>
          <a:p>
            <a:pPr>
              <a:defRPr>
                <a:latin typeface="Candara" panose="020E0502030303020204" pitchFamily="34" charset="0"/>
              </a:defRPr>
            </a:pPr>
            <a:r>
              <a:rPr lang="en-US" dirty="0">
                <a:latin typeface="Candara" panose="020E0502030303020204" pitchFamily="34" charset="0"/>
              </a:rPr>
              <a:t>l Title of Presentation l Date of Presentation l Author</a:t>
            </a:r>
            <a:endParaRPr lang="fr-FR" dirty="0">
              <a:latin typeface="Candara" panose="020E05020303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487425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727200" y="113400"/>
            <a:ext cx="8236800" cy="447120"/>
          </a:xfrm>
          <a:solidFill>
            <a:schemeClr val="accent1"/>
          </a:solidFill>
        </p:spPr>
        <p:txBody>
          <a:bodyPr lIns="108000" tIns="0" rIns="108000" anchor="ctr" anchorCtr="0"/>
          <a:lstStyle>
            <a:lvl1pPr>
              <a:lnSpc>
                <a:spcPct val="85000"/>
              </a:lnSpc>
              <a:defRPr sz="2250">
                <a:solidFill>
                  <a:schemeClr val="bg1"/>
                </a:solidFill>
                <a:latin typeface="Candara" panose="020E0502030303020204" pitchFamily="34" charset="0"/>
              </a:defRPr>
            </a:lvl1pPr>
          </a:lstStyle>
          <a:p>
            <a:r>
              <a:rPr lang="en-US" noProof="0" dirty="0"/>
              <a:t>Click to edit Master title style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 hasCustomPrompt="1"/>
          </p:nvPr>
        </p:nvSpPr>
        <p:spPr bwMode="gray">
          <a:xfrm>
            <a:off x="3351600" y="823500"/>
            <a:ext cx="5612400" cy="2673000"/>
          </a:xfrm>
          <a:solidFill>
            <a:srgbClr val="4E5B99"/>
          </a:solidFill>
        </p:spPr>
        <p:txBody>
          <a:bodyPr lIns="216000" tIns="252000"/>
          <a:lstStyle>
            <a:lvl1pPr marL="0" indent="0">
              <a:spcAft>
                <a:spcPts val="270"/>
              </a:spcAft>
              <a:buFont typeface="Arial" pitchFamily="34" charset="0"/>
              <a:buNone/>
              <a:defRPr sz="2520">
                <a:solidFill>
                  <a:schemeClr val="bg1"/>
                </a:solidFill>
                <a:latin typeface="Candara" panose="020E0502030303020204" pitchFamily="34" charset="0"/>
              </a:defRPr>
            </a:lvl1pPr>
            <a:lvl2pPr marL="0" indent="0">
              <a:spcBef>
                <a:spcPts val="360"/>
              </a:spcBef>
              <a:spcAft>
                <a:spcPts val="0"/>
              </a:spcAft>
              <a:buFont typeface="Arial" pitchFamily="34" charset="0"/>
              <a:buNone/>
              <a:defRPr sz="2340" b="1">
                <a:solidFill>
                  <a:schemeClr val="bg1"/>
                </a:solidFill>
                <a:latin typeface="Candara" panose="020E0502030303020204" pitchFamily="34" charset="0"/>
              </a:defRPr>
            </a:lvl2pPr>
            <a:lvl3pPr marL="0" indent="0">
              <a:lnSpc>
                <a:spcPct val="80000"/>
              </a:lnSpc>
              <a:spcAft>
                <a:spcPts val="0"/>
              </a:spcAft>
              <a:buFont typeface="Arial" pitchFamily="34" charset="0"/>
              <a:buNone/>
              <a:defRPr sz="2025">
                <a:solidFill>
                  <a:schemeClr val="bg1"/>
                </a:solidFill>
                <a:latin typeface="Candara" panose="020E0502030303020204" pitchFamily="34" charset="0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180"/>
              </a:spcAft>
              <a:buSzPct val="80000"/>
              <a:buNone/>
              <a:defRPr sz="1575">
                <a:solidFill>
                  <a:schemeClr val="bg1"/>
                </a:solidFill>
                <a:latin typeface="Candara" panose="020E0502030303020204" pitchFamily="34" charset="0"/>
              </a:defRPr>
            </a:lvl4pPr>
            <a:lvl5pPr marL="0" indent="0">
              <a:lnSpc>
                <a:spcPct val="80000"/>
              </a:lnSpc>
              <a:spcAft>
                <a:spcPts val="0"/>
              </a:spcAft>
              <a:buNone/>
              <a:defRPr sz="1350" b="1" i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8" name="Espace réservé pour une image  7"/>
          <p:cNvSpPr>
            <a:spLocks noGrp="1"/>
          </p:cNvSpPr>
          <p:nvPr>
            <p:ph type="pic" sz="quarter" idx="13"/>
          </p:nvPr>
        </p:nvSpPr>
        <p:spPr>
          <a:xfrm>
            <a:off x="727200" y="823500"/>
            <a:ext cx="2574000" cy="2673000"/>
          </a:xfrm>
        </p:spPr>
        <p:txBody>
          <a:bodyPr anchor="ctr" anchorCtr="0"/>
          <a:lstStyle>
            <a:lvl1pPr algn="ctr">
              <a:defRPr>
                <a:latin typeface="Candara" panose="020E0502030303020204" pitchFamily="34" charset="0"/>
              </a:defRPr>
            </a:lvl1pPr>
          </a:lstStyle>
          <a:p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17" name="Espace réservé de la date 16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8" name="Espace réservé du numéro de diapositive 17"/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US" noProof="0"/>
              <a:t>Page </a:t>
            </a:r>
            <a:fld id="{733122C9-A0B9-462F-8757-0847AD287B63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19" name="Espace réservé du pied de page 18"/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5736394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A75553-F7EC-46C9-8204-93A741EF80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841375"/>
            <a:ext cx="6858000" cy="1790700"/>
          </a:xfrm>
        </p:spPr>
        <p:txBody>
          <a:bodyPr anchor="b"/>
          <a:lstStyle>
            <a:lvl1pPr algn="ctr">
              <a:defRPr sz="6000">
                <a:latin typeface="Candara" panose="020E05020303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8A1A1B6-9748-4EC8-A763-67DE20EB5C0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2701925"/>
            <a:ext cx="6858000" cy="1241425"/>
          </a:xfrm>
        </p:spPr>
        <p:txBody>
          <a:bodyPr/>
          <a:lstStyle>
            <a:lvl1pPr marL="0" indent="0" algn="ctr">
              <a:buNone/>
              <a:defRPr sz="2400">
                <a:latin typeface="Candara" panose="020E0502030303020204" pitchFamily="34" charset="0"/>
              </a:defRPr>
            </a:lvl1pPr>
            <a:lvl2pPr marL="457200" indent="0" algn="ctr">
              <a:buNone/>
              <a:defRPr sz="2000">
                <a:latin typeface="Candara" panose="020E0502030303020204" pitchFamily="34" charset="0"/>
              </a:defRPr>
            </a:lvl2pPr>
            <a:lvl3pPr marL="914400" indent="0" algn="ctr">
              <a:buNone/>
              <a:defRPr sz="1800">
                <a:latin typeface="Candara" panose="020E0502030303020204" pitchFamily="34" charset="0"/>
              </a:defRPr>
            </a:lvl3pPr>
            <a:lvl4pPr marL="1371600" indent="0" algn="ctr">
              <a:buNone/>
              <a:defRPr sz="1600">
                <a:latin typeface="Candara" panose="020E0502030303020204" pitchFamily="34" charset="0"/>
              </a:defRPr>
            </a:lvl4pPr>
            <a:lvl5pPr marL="1828800" indent="0" algn="ctr">
              <a:buNone/>
              <a:defRPr sz="1600">
                <a:latin typeface="Candara" panose="020E0502030303020204" pitchFamily="34" charset="0"/>
              </a:defRPr>
            </a:lvl5pPr>
            <a:lvl6pPr marL="2286000" indent="0" algn="ctr">
              <a:buNone/>
              <a:defRPr sz="1600">
                <a:latin typeface="Candara" panose="020E0502030303020204" pitchFamily="34" charset="0"/>
              </a:defRPr>
            </a:lvl6pPr>
            <a:lvl7pPr marL="2743200" indent="0" algn="ctr">
              <a:buNone/>
              <a:defRPr sz="1600">
                <a:latin typeface="Candara" panose="020E0502030303020204" pitchFamily="34" charset="0"/>
              </a:defRPr>
            </a:lvl7pPr>
            <a:lvl8pPr marL="3200400" indent="0" algn="ctr">
              <a:buNone/>
              <a:defRPr sz="1600">
                <a:latin typeface="Candara" panose="020E0502030303020204" pitchFamily="34" charset="0"/>
              </a:defRPr>
            </a:lvl8pPr>
            <a:lvl9pPr marL="3657600" indent="0" algn="ctr">
              <a:buNone/>
              <a:defRPr sz="1600">
                <a:latin typeface="Candara" panose="020E0502030303020204" pitchFamily="34" charset="0"/>
              </a:defRPr>
            </a:lvl9pPr>
          </a:lstStyle>
          <a:p>
            <a:r>
              <a:rPr lang="en-US" dirty="0"/>
              <a:t>Click to edit Master subtitle style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839CD8-C241-47A9-8C2D-26C69FF030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1F72D-EA3D-46A2-B53E-E9378EBFE7FE}" type="datetimeFigureOut">
              <a:rPr lang="en-GB" smtClean="0"/>
              <a:t>21/04/2026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AC6C0A-630A-41B4-B879-44890CE90E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81B585-13E1-4A84-8B13-29B9131BB9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A7042-E667-43C8-980A-4100FA190E6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057379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8FB6E3-ABA3-4288-9B3C-4F1EEF8DD6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050C8B-ECAF-4C27-909F-A5B5DBF33A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80A6C7-57A6-4A3B-9F59-3BC0154AC5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1F72D-EA3D-46A2-B53E-E9378EBFE7FE}" type="datetimeFigureOut">
              <a:rPr lang="en-GB" smtClean="0"/>
              <a:t>21/04/2026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47CC3D-4B8A-47D8-8BA9-36AABB7545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0A3BBC-FCEF-48AA-A3EA-7F5A9DBB91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A7042-E667-43C8-980A-4100FA190E6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227240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4EDCEE-389B-4B68-932F-2E5005B1BA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282700"/>
            <a:ext cx="7886700" cy="2139950"/>
          </a:xfrm>
        </p:spPr>
        <p:txBody>
          <a:bodyPr anchor="b"/>
          <a:lstStyle>
            <a:lvl1pPr>
              <a:defRPr sz="6000">
                <a:latin typeface="Candara" panose="020E05020303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D8BC8F-1E8A-478D-AA35-97108B092D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3441700"/>
            <a:ext cx="7886700" cy="1125538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  <a:latin typeface="Candara" panose="020E050203030302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  <a:latin typeface="Candara" panose="020E0502030303020204" pitchFamily="34" charset="0"/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  <a:latin typeface="Candara" panose="020E0502030303020204" pitchFamily="34" charset="0"/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  <a:latin typeface="Candara" panose="020E0502030303020204" pitchFamily="34" charset="0"/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  <a:latin typeface="Candara" panose="020E0502030303020204" pitchFamily="34" charset="0"/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  <a:latin typeface="Candara" panose="020E0502030303020204" pitchFamily="34" charset="0"/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19AE4F-4590-4E21-93D4-D3BA7C9BDE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Candara" panose="020E0502030303020204" pitchFamily="34" charset="0"/>
              </a:defRPr>
            </a:lvl1pPr>
          </a:lstStyle>
          <a:p>
            <a:fld id="{9351F72D-EA3D-46A2-B53E-E9378EBFE7FE}" type="datetimeFigureOut">
              <a:rPr lang="en-GB" smtClean="0"/>
              <a:pPr/>
              <a:t>21/04/2026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3F0A15-0293-48A5-9E1A-5DE46DE7AE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Candara" panose="020E0502030303020204" pitchFamily="34" charset="0"/>
              </a:defRPr>
            </a:lvl1pPr>
          </a:lstStyle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F521C1-A536-49B4-BFF9-F91993C3D5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Candara" panose="020E0502030303020204" pitchFamily="34" charset="0"/>
              </a:defRPr>
            </a:lvl1pPr>
          </a:lstStyle>
          <a:p>
            <a:fld id="{05EA7042-E667-43C8-980A-4100FA190E65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746318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CC4F9-BCF9-4600-9F9B-1DF22550CE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C0F9BB-7246-4CE7-8B1E-42D5C773863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370013"/>
            <a:ext cx="3867150" cy="3262312"/>
          </a:xfrm>
        </p:spPr>
        <p:txBody>
          <a:bodyPr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C6367F5-7780-433B-A0CA-2727257BDB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1370013"/>
            <a:ext cx="3867150" cy="3262312"/>
          </a:xfrm>
        </p:spPr>
        <p:txBody>
          <a:bodyPr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90A1639-7D21-48CA-B00B-8B0F6E1BB7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Candara" panose="020E0502030303020204" pitchFamily="34" charset="0"/>
              </a:defRPr>
            </a:lvl1pPr>
          </a:lstStyle>
          <a:p>
            <a:fld id="{9351F72D-EA3D-46A2-B53E-E9378EBFE7FE}" type="datetimeFigureOut">
              <a:rPr lang="en-GB" smtClean="0"/>
              <a:pPr/>
              <a:t>21/04/2026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A7F31EC-793D-4833-8405-D864F028B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Candara" panose="020E0502030303020204" pitchFamily="34" charset="0"/>
              </a:defRPr>
            </a:lvl1pPr>
          </a:lstStyle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6114712-DE8E-4CFF-BB7B-D676D38127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Candara" panose="020E0502030303020204" pitchFamily="34" charset="0"/>
              </a:defRPr>
            </a:lvl1pPr>
          </a:lstStyle>
          <a:p>
            <a:fld id="{05EA7042-E667-43C8-980A-4100FA190E65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064117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1AD6E4-BA5B-42F6-A863-204C867C33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8" y="274638"/>
            <a:ext cx="7886700" cy="993775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3E16334-34A9-45F2-8580-965B29E653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30238" y="1260475"/>
            <a:ext cx="3868737" cy="619125"/>
          </a:xfrm>
        </p:spPr>
        <p:txBody>
          <a:bodyPr anchor="b"/>
          <a:lstStyle>
            <a:lvl1pPr marL="0" indent="0">
              <a:buNone/>
              <a:defRPr sz="2400" b="1">
                <a:latin typeface="Candara" panose="020E0502030303020204" pitchFamily="34" charset="0"/>
              </a:defRPr>
            </a:lvl1pPr>
            <a:lvl2pPr marL="457200" indent="0">
              <a:buNone/>
              <a:defRPr sz="2000" b="1">
                <a:latin typeface="Candara" panose="020E0502030303020204" pitchFamily="34" charset="0"/>
              </a:defRPr>
            </a:lvl2pPr>
            <a:lvl3pPr marL="914400" indent="0">
              <a:buNone/>
              <a:defRPr sz="1800" b="1">
                <a:latin typeface="Candara" panose="020E0502030303020204" pitchFamily="34" charset="0"/>
              </a:defRPr>
            </a:lvl3pPr>
            <a:lvl4pPr marL="1371600" indent="0">
              <a:buNone/>
              <a:defRPr sz="1600" b="1">
                <a:latin typeface="Candara" panose="020E0502030303020204" pitchFamily="34" charset="0"/>
              </a:defRPr>
            </a:lvl4pPr>
            <a:lvl5pPr marL="1828800" indent="0">
              <a:buNone/>
              <a:defRPr sz="1600" b="1">
                <a:latin typeface="Candara" panose="020E0502030303020204" pitchFamily="34" charset="0"/>
              </a:defRPr>
            </a:lvl5pPr>
            <a:lvl6pPr marL="2286000" indent="0">
              <a:buNone/>
              <a:defRPr sz="1600" b="1">
                <a:latin typeface="Candara" panose="020E0502030303020204" pitchFamily="34" charset="0"/>
              </a:defRPr>
            </a:lvl6pPr>
            <a:lvl7pPr marL="2743200" indent="0">
              <a:buNone/>
              <a:defRPr sz="1600" b="1">
                <a:latin typeface="Candara" panose="020E0502030303020204" pitchFamily="34" charset="0"/>
              </a:defRPr>
            </a:lvl7pPr>
            <a:lvl8pPr marL="3200400" indent="0">
              <a:buNone/>
              <a:defRPr sz="1600" b="1">
                <a:latin typeface="Candara" panose="020E0502030303020204" pitchFamily="34" charset="0"/>
              </a:defRPr>
            </a:lvl8pPr>
            <a:lvl9pPr marL="3657600" indent="0">
              <a:buNone/>
              <a:defRPr sz="1600" b="1">
                <a:latin typeface="Candara" panose="020E0502030303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AE25DA-F1C9-4922-A8A7-DB9769540E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0238" y="1879600"/>
            <a:ext cx="3868737" cy="2762250"/>
          </a:xfrm>
        </p:spPr>
        <p:txBody>
          <a:bodyPr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4EE80C-4EC3-4B0D-9726-3ECFA94564F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260475"/>
            <a:ext cx="3887788" cy="619125"/>
          </a:xfrm>
        </p:spPr>
        <p:txBody>
          <a:bodyPr anchor="b"/>
          <a:lstStyle>
            <a:lvl1pPr marL="0" indent="0">
              <a:buNone/>
              <a:defRPr sz="2400" b="1">
                <a:latin typeface="Candara" panose="020E0502030303020204" pitchFamily="34" charset="0"/>
              </a:defRPr>
            </a:lvl1pPr>
            <a:lvl2pPr marL="457200" indent="0">
              <a:buNone/>
              <a:defRPr sz="2000" b="1">
                <a:latin typeface="Candara" panose="020E0502030303020204" pitchFamily="34" charset="0"/>
              </a:defRPr>
            </a:lvl2pPr>
            <a:lvl3pPr marL="914400" indent="0">
              <a:buNone/>
              <a:defRPr sz="1800" b="1">
                <a:latin typeface="Candara" panose="020E0502030303020204" pitchFamily="34" charset="0"/>
              </a:defRPr>
            </a:lvl3pPr>
            <a:lvl4pPr marL="1371600" indent="0">
              <a:buNone/>
              <a:defRPr sz="1600" b="1">
                <a:latin typeface="Candara" panose="020E0502030303020204" pitchFamily="34" charset="0"/>
              </a:defRPr>
            </a:lvl4pPr>
            <a:lvl5pPr marL="1828800" indent="0">
              <a:buNone/>
              <a:defRPr sz="1600" b="1">
                <a:latin typeface="Candara" panose="020E0502030303020204" pitchFamily="34" charset="0"/>
              </a:defRPr>
            </a:lvl5pPr>
            <a:lvl6pPr marL="2286000" indent="0">
              <a:buNone/>
              <a:defRPr sz="1600" b="1">
                <a:latin typeface="Candara" panose="020E0502030303020204" pitchFamily="34" charset="0"/>
              </a:defRPr>
            </a:lvl6pPr>
            <a:lvl7pPr marL="2743200" indent="0">
              <a:buNone/>
              <a:defRPr sz="1600" b="1">
                <a:latin typeface="Candara" panose="020E0502030303020204" pitchFamily="34" charset="0"/>
              </a:defRPr>
            </a:lvl7pPr>
            <a:lvl8pPr marL="3200400" indent="0">
              <a:buNone/>
              <a:defRPr sz="1600" b="1">
                <a:latin typeface="Candara" panose="020E0502030303020204" pitchFamily="34" charset="0"/>
              </a:defRPr>
            </a:lvl8pPr>
            <a:lvl9pPr marL="3657600" indent="0">
              <a:buNone/>
              <a:defRPr sz="1600" b="1">
                <a:latin typeface="Candara" panose="020E0502030303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581BAD-8532-4D1F-B5D8-DAE81DB6484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1879600"/>
            <a:ext cx="3887788" cy="2762250"/>
          </a:xfrm>
        </p:spPr>
        <p:txBody>
          <a:bodyPr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123836C-7BBC-439E-B00D-FF2C51AA47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Candara" panose="020E0502030303020204" pitchFamily="34" charset="0"/>
              </a:defRPr>
            </a:lvl1pPr>
          </a:lstStyle>
          <a:p>
            <a:fld id="{9351F72D-EA3D-46A2-B53E-E9378EBFE7FE}" type="datetimeFigureOut">
              <a:rPr lang="en-GB" smtClean="0"/>
              <a:pPr/>
              <a:t>21/04/2026</a:t>
            </a:fld>
            <a:endParaRPr lang="en-GB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FA75012-644E-4900-8BC0-911E7DE57F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Candara" panose="020E0502030303020204" pitchFamily="34" charset="0"/>
              </a:defRPr>
            </a:lvl1pPr>
          </a:lstStyle>
          <a:p>
            <a:endParaRPr lang="en-GB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B7E3597-65A3-4134-96D8-210C7AA769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Candara" panose="020E0502030303020204" pitchFamily="34" charset="0"/>
              </a:defRPr>
            </a:lvl1pPr>
          </a:lstStyle>
          <a:p>
            <a:fld id="{05EA7042-E667-43C8-980A-4100FA190E65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765813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D927B9-85A7-4C21-936E-04ABF2B1E4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D5F36FF-94E1-42F8-B476-1FE10D2B6C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Candara" panose="020E0502030303020204" pitchFamily="34" charset="0"/>
              </a:defRPr>
            </a:lvl1pPr>
          </a:lstStyle>
          <a:p>
            <a:fld id="{9351F72D-EA3D-46A2-B53E-E9378EBFE7FE}" type="datetimeFigureOut">
              <a:rPr lang="en-GB" smtClean="0"/>
              <a:pPr/>
              <a:t>21/04/2026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DDA6673-12DE-4282-884C-F7BDAFCF6B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Candara" panose="020E0502030303020204" pitchFamily="34" charset="0"/>
              </a:defRPr>
            </a:lvl1pPr>
          </a:lstStyle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C5E7810-2C2D-4829-9AF5-92B866CCB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Candara" panose="020E0502030303020204" pitchFamily="34" charset="0"/>
              </a:defRPr>
            </a:lvl1pPr>
          </a:lstStyle>
          <a:p>
            <a:fld id="{05EA7042-E667-43C8-980A-4100FA190E65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386031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6121CFE-E1F2-4271-AA72-92D0C5ADF4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Candara" panose="020E0502030303020204" pitchFamily="34" charset="0"/>
              </a:defRPr>
            </a:lvl1pPr>
          </a:lstStyle>
          <a:p>
            <a:fld id="{9351F72D-EA3D-46A2-B53E-E9378EBFE7FE}" type="datetimeFigureOut">
              <a:rPr lang="en-GB" smtClean="0"/>
              <a:pPr/>
              <a:t>21/04/2026</a:t>
            </a:fld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0B993C0-C693-4A93-A42C-ACD2033199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Candara" panose="020E0502030303020204" pitchFamily="34" charset="0"/>
              </a:defRPr>
            </a:lvl1pPr>
          </a:lstStyle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DF1F55-7ECE-4795-9B85-854695F008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Candara" panose="020E0502030303020204" pitchFamily="34" charset="0"/>
              </a:defRPr>
            </a:lvl1pPr>
          </a:lstStyle>
          <a:p>
            <a:fld id="{05EA7042-E667-43C8-980A-4100FA190E65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9298896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BDB6FD-AD35-47BA-8EAF-72C6D53B8C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8" y="342900"/>
            <a:ext cx="2949575" cy="1200150"/>
          </a:xfrm>
        </p:spPr>
        <p:txBody>
          <a:bodyPr anchor="b"/>
          <a:lstStyle>
            <a:lvl1pPr>
              <a:defRPr sz="3200">
                <a:latin typeface="Candara" panose="020E05020303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C8F19E-7D98-4B7D-A669-609A9360F5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788" y="741363"/>
            <a:ext cx="4629150" cy="3654425"/>
          </a:xfrm>
        </p:spPr>
        <p:txBody>
          <a:bodyPr/>
          <a:lstStyle>
            <a:lvl1pPr>
              <a:defRPr sz="3200">
                <a:latin typeface="Candara" panose="020E0502030303020204" pitchFamily="34" charset="0"/>
              </a:defRPr>
            </a:lvl1pPr>
            <a:lvl2pPr>
              <a:defRPr sz="2800">
                <a:latin typeface="Candara" panose="020E0502030303020204" pitchFamily="34" charset="0"/>
              </a:defRPr>
            </a:lvl2pPr>
            <a:lvl3pPr>
              <a:defRPr sz="2400">
                <a:latin typeface="Candara" panose="020E0502030303020204" pitchFamily="34" charset="0"/>
              </a:defRPr>
            </a:lvl3pPr>
            <a:lvl4pPr>
              <a:defRPr sz="2000">
                <a:latin typeface="Candara" panose="020E0502030303020204" pitchFamily="34" charset="0"/>
              </a:defRPr>
            </a:lvl4pPr>
            <a:lvl5pPr>
              <a:defRPr sz="2000">
                <a:latin typeface="Candara" panose="020E0502030303020204" pitchFamily="34" charset="0"/>
              </a:defRPr>
            </a:lvl5pPr>
            <a:lvl6pPr>
              <a:defRPr sz="2000">
                <a:latin typeface="Candara" panose="020E0502030303020204" pitchFamily="34" charset="0"/>
              </a:defRPr>
            </a:lvl6pPr>
            <a:lvl7pPr>
              <a:defRPr sz="2000">
                <a:latin typeface="Candara" panose="020E0502030303020204" pitchFamily="34" charset="0"/>
              </a:defRPr>
            </a:lvl7pPr>
            <a:lvl8pPr>
              <a:defRPr sz="2000">
                <a:latin typeface="Candara" panose="020E0502030303020204" pitchFamily="34" charset="0"/>
              </a:defRPr>
            </a:lvl8pPr>
            <a:lvl9pPr>
              <a:defRPr sz="2000">
                <a:latin typeface="Candara" panose="020E0502030303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CD36F53-652C-4783-A862-CA6FD5D323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30238" y="1543050"/>
            <a:ext cx="2949575" cy="2859088"/>
          </a:xfrm>
        </p:spPr>
        <p:txBody>
          <a:bodyPr/>
          <a:lstStyle>
            <a:lvl1pPr marL="0" indent="0">
              <a:buNone/>
              <a:defRPr sz="1600">
                <a:latin typeface="Candara" panose="020E0502030303020204" pitchFamily="34" charset="0"/>
              </a:defRPr>
            </a:lvl1pPr>
            <a:lvl2pPr marL="457200" indent="0">
              <a:buNone/>
              <a:defRPr sz="1400">
                <a:latin typeface="Candara" panose="020E0502030303020204" pitchFamily="34" charset="0"/>
              </a:defRPr>
            </a:lvl2pPr>
            <a:lvl3pPr marL="914400" indent="0">
              <a:buNone/>
              <a:defRPr sz="1200">
                <a:latin typeface="Candara" panose="020E0502030303020204" pitchFamily="34" charset="0"/>
              </a:defRPr>
            </a:lvl3pPr>
            <a:lvl4pPr marL="1371600" indent="0">
              <a:buNone/>
              <a:defRPr sz="1000">
                <a:latin typeface="Candara" panose="020E0502030303020204" pitchFamily="34" charset="0"/>
              </a:defRPr>
            </a:lvl4pPr>
            <a:lvl5pPr marL="1828800" indent="0">
              <a:buNone/>
              <a:defRPr sz="1000">
                <a:latin typeface="Candara" panose="020E0502030303020204" pitchFamily="34" charset="0"/>
              </a:defRPr>
            </a:lvl5pPr>
            <a:lvl6pPr marL="2286000" indent="0">
              <a:buNone/>
              <a:defRPr sz="1000">
                <a:latin typeface="Candara" panose="020E0502030303020204" pitchFamily="34" charset="0"/>
              </a:defRPr>
            </a:lvl6pPr>
            <a:lvl7pPr marL="2743200" indent="0">
              <a:buNone/>
              <a:defRPr sz="1000">
                <a:latin typeface="Candara" panose="020E0502030303020204" pitchFamily="34" charset="0"/>
              </a:defRPr>
            </a:lvl7pPr>
            <a:lvl8pPr marL="3200400" indent="0">
              <a:buNone/>
              <a:defRPr sz="1000">
                <a:latin typeface="Candara" panose="020E0502030303020204" pitchFamily="34" charset="0"/>
              </a:defRPr>
            </a:lvl8pPr>
            <a:lvl9pPr marL="3657600" indent="0">
              <a:buNone/>
              <a:defRPr sz="1000">
                <a:latin typeface="Candara" panose="020E0502030303020204" pitchFamily="34" charset="0"/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D3EFA80-F07F-458E-80DB-61831943A0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Candara" panose="020E0502030303020204" pitchFamily="34" charset="0"/>
              </a:defRPr>
            </a:lvl1pPr>
          </a:lstStyle>
          <a:p>
            <a:fld id="{9351F72D-EA3D-46A2-B53E-E9378EBFE7FE}" type="datetimeFigureOut">
              <a:rPr lang="en-GB" smtClean="0"/>
              <a:pPr/>
              <a:t>21/04/2026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A577CB5-5AD9-40C3-B9FB-0FA972ACF5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Candara" panose="020E0502030303020204" pitchFamily="34" charset="0"/>
              </a:defRPr>
            </a:lvl1pPr>
          </a:lstStyle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E849A8C-A18B-45C0-BA83-94ECAC7E11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Candara" panose="020E0502030303020204" pitchFamily="34" charset="0"/>
              </a:defRPr>
            </a:lvl1pPr>
          </a:lstStyle>
          <a:p>
            <a:fld id="{05EA7042-E667-43C8-980A-4100FA190E65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1607829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9C7E1F-A787-4EED-828D-4035F939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8" y="342900"/>
            <a:ext cx="2949575" cy="1200150"/>
          </a:xfrm>
        </p:spPr>
        <p:txBody>
          <a:bodyPr anchor="b"/>
          <a:lstStyle>
            <a:lvl1pPr>
              <a:defRPr sz="3200">
                <a:latin typeface="Candara" panose="020E0502030303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8B72F7F-2114-4CC7-AC93-A362DEA3A87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788" y="741363"/>
            <a:ext cx="4629150" cy="3654425"/>
          </a:xfrm>
        </p:spPr>
        <p:txBody>
          <a:bodyPr/>
          <a:lstStyle>
            <a:lvl1pPr marL="0" indent="0">
              <a:buNone/>
              <a:defRPr sz="3200">
                <a:latin typeface="Candara" panose="020E0502030303020204" pitchFamily="34" charset="0"/>
              </a:defRPr>
            </a:lvl1pPr>
            <a:lvl2pPr marL="457200" indent="0">
              <a:buNone/>
              <a:defRPr sz="2800">
                <a:latin typeface="Candara" panose="020E0502030303020204" pitchFamily="34" charset="0"/>
              </a:defRPr>
            </a:lvl2pPr>
            <a:lvl3pPr marL="914400" indent="0">
              <a:buNone/>
              <a:defRPr sz="2400">
                <a:latin typeface="Candara" panose="020E0502030303020204" pitchFamily="34" charset="0"/>
              </a:defRPr>
            </a:lvl3pPr>
            <a:lvl4pPr marL="1371600" indent="0">
              <a:buNone/>
              <a:defRPr sz="2000">
                <a:latin typeface="Candara" panose="020E0502030303020204" pitchFamily="34" charset="0"/>
              </a:defRPr>
            </a:lvl4pPr>
            <a:lvl5pPr marL="1828800" indent="0">
              <a:buNone/>
              <a:defRPr sz="2000">
                <a:latin typeface="Candara" panose="020E0502030303020204" pitchFamily="34" charset="0"/>
              </a:defRPr>
            </a:lvl5pPr>
            <a:lvl6pPr marL="2286000" indent="0">
              <a:buNone/>
              <a:defRPr sz="2000">
                <a:latin typeface="Candara" panose="020E0502030303020204" pitchFamily="34" charset="0"/>
              </a:defRPr>
            </a:lvl6pPr>
            <a:lvl7pPr marL="2743200" indent="0">
              <a:buNone/>
              <a:defRPr sz="2000">
                <a:latin typeface="Candara" panose="020E0502030303020204" pitchFamily="34" charset="0"/>
              </a:defRPr>
            </a:lvl7pPr>
            <a:lvl8pPr marL="3200400" indent="0">
              <a:buNone/>
              <a:defRPr sz="2000">
                <a:latin typeface="Candara" panose="020E0502030303020204" pitchFamily="34" charset="0"/>
              </a:defRPr>
            </a:lvl8pPr>
            <a:lvl9pPr marL="3657600" indent="0">
              <a:buNone/>
              <a:defRPr sz="2000">
                <a:latin typeface="Candara" panose="020E0502030303020204" pitchFamily="34" charset="0"/>
              </a:defRPr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CE14C0E-7FDD-4E16-BFBE-4111B4F11B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30238" y="1543050"/>
            <a:ext cx="2949575" cy="2859088"/>
          </a:xfrm>
        </p:spPr>
        <p:txBody>
          <a:bodyPr/>
          <a:lstStyle>
            <a:lvl1pPr marL="0" indent="0">
              <a:buNone/>
              <a:defRPr sz="1600">
                <a:latin typeface="Candara" panose="020E0502030303020204" pitchFamily="34" charset="0"/>
              </a:defRPr>
            </a:lvl1pPr>
            <a:lvl2pPr marL="457200" indent="0">
              <a:buNone/>
              <a:defRPr sz="1400">
                <a:latin typeface="Candara" panose="020E0502030303020204" pitchFamily="34" charset="0"/>
              </a:defRPr>
            </a:lvl2pPr>
            <a:lvl3pPr marL="914400" indent="0">
              <a:buNone/>
              <a:defRPr sz="1200">
                <a:latin typeface="Candara" panose="020E0502030303020204" pitchFamily="34" charset="0"/>
              </a:defRPr>
            </a:lvl3pPr>
            <a:lvl4pPr marL="1371600" indent="0">
              <a:buNone/>
              <a:defRPr sz="1000">
                <a:latin typeface="Candara" panose="020E0502030303020204" pitchFamily="34" charset="0"/>
              </a:defRPr>
            </a:lvl4pPr>
            <a:lvl5pPr marL="1828800" indent="0">
              <a:buNone/>
              <a:defRPr sz="1000">
                <a:latin typeface="Candara" panose="020E0502030303020204" pitchFamily="34" charset="0"/>
              </a:defRPr>
            </a:lvl5pPr>
            <a:lvl6pPr marL="2286000" indent="0">
              <a:buNone/>
              <a:defRPr sz="1000">
                <a:latin typeface="Candara" panose="020E0502030303020204" pitchFamily="34" charset="0"/>
              </a:defRPr>
            </a:lvl6pPr>
            <a:lvl7pPr marL="2743200" indent="0">
              <a:buNone/>
              <a:defRPr sz="1000">
                <a:latin typeface="Candara" panose="020E0502030303020204" pitchFamily="34" charset="0"/>
              </a:defRPr>
            </a:lvl7pPr>
            <a:lvl8pPr marL="3200400" indent="0">
              <a:buNone/>
              <a:defRPr sz="1000">
                <a:latin typeface="Candara" panose="020E0502030303020204" pitchFamily="34" charset="0"/>
              </a:defRPr>
            </a:lvl8pPr>
            <a:lvl9pPr marL="3657600" indent="0">
              <a:buNone/>
              <a:defRPr sz="1000">
                <a:latin typeface="Candara" panose="020E0502030303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C3F8D95-E272-4987-94AC-F814B95680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Candara" panose="020E0502030303020204" pitchFamily="34" charset="0"/>
              </a:defRPr>
            </a:lvl1pPr>
          </a:lstStyle>
          <a:p>
            <a:fld id="{9351F72D-EA3D-46A2-B53E-E9378EBFE7FE}" type="datetimeFigureOut">
              <a:rPr lang="en-GB" smtClean="0"/>
              <a:pPr/>
              <a:t>21/04/2026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9921A42-78EA-40F5-954A-06D0D0C0B1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Candara" panose="020E0502030303020204" pitchFamily="34" charset="0"/>
              </a:defRPr>
            </a:lvl1pPr>
          </a:lstStyle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ABFE627-311B-4918-872C-812601ADD4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Candara" panose="020E0502030303020204" pitchFamily="34" charset="0"/>
              </a:defRPr>
            </a:lvl1pPr>
          </a:lstStyle>
          <a:p>
            <a:fld id="{05EA7042-E667-43C8-980A-4100FA190E65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6685763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0E58E4-CAFC-4E79-9819-54BF503B54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D6DE120-76DE-4FEF-B8D2-2980F6693F9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B370D-8EBE-4E61-AB93-104E3F593E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Candara" panose="020E0502030303020204" pitchFamily="34" charset="0"/>
              </a:defRPr>
            </a:lvl1pPr>
          </a:lstStyle>
          <a:p>
            <a:fld id="{9351F72D-EA3D-46A2-B53E-E9378EBFE7FE}" type="datetimeFigureOut">
              <a:rPr lang="en-GB" smtClean="0"/>
              <a:pPr/>
              <a:t>21/04/2026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AA253C-7D7E-4DBA-B5A1-F2AC5AA4A5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Candara" panose="020E0502030303020204" pitchFamily="34" charset="0"/>
              </a:defRPr>
            </a:lvl1pPr>
          </a:lstStyle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CB509C-92DF-4DA7-B3DF-CC9F469A9F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Candara" panose="020E0502030303020204" pitchFamily="34" charset="0"/>
              </a:defRPr>
            </a:lvl1pPr>
          </a:lstStyle>
          <a:p>
            <a:fld id="{05EA7042-E667-43C8-980A-4100FA190E65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2517602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C7FCA57-3EEF-4F3D-977F-471E0FFCED5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274638"/>
            <a:ext cx="1971675" cy="435768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57B0C3D-46FF-49AD-8A0F-A9F6B3F4EB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274638"/>
            <a:ext cx="5762625" cy="4357687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31BCAC-A52A-4B89-B88D-0C9C31598C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Candara" panose="020E0502030303020204" pitchFamily="34" charset="0"/>
              </a:defRPr>
            </a:lvl1pPr>
          </a:lstStyle>
          <a:p>
            <a:fld id="{9351F72D-EA3D-46A2-B53E-E9378EBFE7FE}" type="datetimeFigureOut">
              <a:rPr lang="en-GB" smtClean="0"/>
              <a:pPr/>
              <a:t>21/04/2026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97EFC4-B89F-4933-B2DA-975AF31B6E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Candara" panose="020E0502030303020204" pitchFamily="34" charset="0"/>
              </a:defRPr>
            </a:lvl1pPr>
          </a:lstStyle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045557-835E-448E-8F04-5E180B678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Candara" panose="020E0502030303020204" pitchFamily="34" charset="0"/>
              </a:defRPr>
            </a:lvl1pPr>
          </a:lstStyle>
          <a:p>
            <a:fld id="{05EA7042-E667-43C8-980A-4100FA190E65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462828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3.xml"/><Relationship Id="rId3" Type="http://schemas.openxmlformats.org/officeDocument/2006/relationships/slideLayout" Target="../slideLayouts/slideLayout8.xml"/><Relationship Id="rId7" Type="http://schemas.openxmlformats.org/officeDocument/2006/relationships/slideLayout" Target="../slideLayouts/slideLayout12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6" Type="http://schemas.openxmlformats.org/officeDocument/2006/relationships/slideLayout" Target="../slideLayouts/slideLayout11.xml"/><Relationship Id="rId11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15.xml"/><Relationship Id="rId4" Type="http://schemas.openxmlformats.org/officeDocument/2006/relationships/slideLayout" Target="../slideLayouts/slideLayout9.xml"/><Relationship Id="rId9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  <a:latin typeface="Candara" panose="020E0502030303020204" pitchFamily="34" charset="0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  <a:latin typeface="Candara" panose="020E0502030303020204" pitchFamily="34" charset="0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  <a:latin typeface="Candara" panose="020E0502030303020204" pitchFamily="34" charset="0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  <a:latin typeface="Candara" panose="020E0502030303020204" pitchFamily="34" charset="0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  <a:latin typeface="Candara" panose="020E0502030303020204" pitchFamily="34" charset="0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  <a:latin typeface="Candara" panose="020E0502030303020204" pitchFamily="34" charset="0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  <a:latin typeface="Candara" panose="020E0502030303020204" pitchFamily="34" charset="0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  <a:latin typeface="Candara" panose="020E0502030303020204" pitchFamily="34" charset="0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  <a:latin typeface="Candara" panose="020E0502030303020204" pitchFamily="34" charset="0"/>
              </a:defRPr>
            </a:lvl1pPr>
            <a:lvl2pPr lvl="1" algn="r">
              <a:buNone/>
              <a:defRPr sz="1000">
                <a:solidFill>
                  <a:schemeClr val="dk2"/>
                </a:solidFill>
                <a:latin typeface="Candara" panose="020E0502030303020204" pitchFamily="34" charset="0"/>
              </a:defRPr>
            </a:lvl2pPr>
            <a:lvl3pPr lvl="2" algn="r">
              <a:buNone/>
              <a:defRPr sz="1000">
                <a:solidFill>
                  <a:schemeClr val="dk2"/>
                </a:solidFill>
                <a:latin typeface="Candara" panose="020E0502030303020204" pitchFamily="34" charset="0"/>
              </a:defRPr>
            </a:lvl3pPr>
            <a:lvl4pPr lvl="3" algn="r">
              <a:buNone/>
              <a:defRPr sz="1000">
                <a:solidFill>
                  <a:schemeClr val="dk2"/>
                </a:solidFill>
                <a:latin typeface="Candara" panose="020E0502030303020204" pitchFamily="34" charset="0"/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64" r:id="rId3"/>
    <p:sldLayoutId id="2147483679" r:id="rId4"/>
    <p:sldLayoutId id="2147483680" r:id="rId5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Candara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Candara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Candara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Candara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Candara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Candara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Candara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Candara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Candara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Candara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Candara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Candara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Candara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Candara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Candara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Candara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Candara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Candara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Candara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Candara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Candara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Candara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Candara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Candara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Candara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Candara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Candara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5B51ABA-7899-4933-8A5A-63C26C0E0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4638"/>
            <a:ext cx="7886700" cy="9937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A0ADF5-441C-4872-9C72-E0A876FABD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370013"/>
            <a:ext cx="7886700" cy="3262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4E711B-078C-40E8-987E-DA98F80A492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51F72D-EA3D-46A2-B53E-E9378EBFE7FE}" type="datetimeFigureOut">
              <a:rPr lang="en-GB" smtClean="0"/>
              <a:t>21/04/2026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B618C3-2574-46EA-91EF-94BC54674C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DDFFD7-3D66-427B-9197-310F7FFBEE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5EA7042-E667-43C8-980A-4100FA190E6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55319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4" r:id="rId1"/>
    <p:sldLayoutId id="2147483685" r:id="rId2"/>
    <p:sldLayoutId id="2147483686" r:id="rId3"/>
    <p:sldLayoutId id="2147483687" r:id="rId4"/>
    <p:sldLayoutId id="2147483688" r:id="rId5"/>
    <p:sldLayoutId id="2147483689" r:id="rId6"/>
    <p:sldLayoutId id="2147483690" r:id="rId7"/>
    <p:sldLayoutId id="2147483691" r:id="rId8"/>
    <p:sldLayoutId id="2147483692" r:id="rId9"/>
    <p:sldLayoutId id="2147483693" r:id="rId10"/>
    <p:sldLayoutId id="2147483694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254061"/>
          </a:solidFill>
          <a:latin typeface="Candara" panose="020E05020303030202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254061"/>
          </a:solidFill>
          <a:latin typeface="Candara" panose="020E050203030302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rgbClr val="254061"/>
          </a:solidFill>
          <a:latin typeface="Candara" panose="020E050203030302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rgbClr val="254061"/>
          </a:solidFill>
          <a:latin typeface="Candara" panose="020E050203030302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254061"/>
          </a:solidFill>
          <a:latin typeface="Candara" panose="020E050203030302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254061"/>
          </a:solidFill>
          <a:latin typeface="Candara" panose="020E050203030302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8A1271D0-9E0F-4467-A265-ABAFC1F1A02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noProof="0" smtClean="0"/>
              <a:t>1</a:t>
            </a:fld>
            <a:endParaRPr lang="en-GB" noProof="0" dirty="0"/>
          </a:p>
        </p:txBody>
      </p:sp>
      <p:sp>
        <p:nvSpPr>
          <p:cNvPr id="8" name="TextBox 7"/>
          <p:cNvSpPr txBox="1"/>
          <p:nvPr/>
        </p:nvSpPr>
        <p:spPr>
          <a:xfrm>
            <a:off x="256032" y="1277276"/>
            <a:ext cx="8646566" cy="15465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 defTabSz="822960">
              <a:buClrTx/>
            </a:pPr>
            <a:r>
              <a:rPr lang="en-US" sz="2800" b="1" kern="1200" dirty="0">
                <a:solidFill>
                  <a:srgbClr val="254061"/>
                </a:solidFill>
                <a:latin typeface="Candara" panose="020E0502030303020204" pitchFamily="34" charset="0"/>
                <a:ea typeface="+mn-ea"/>
                <a:cs typeface="+mn-cs"/>
              </a:rPr>
              <a:t>[Presentation Title]</a:t>
            </a:r>
            <a:endParaRPr lang="en-GB" sz="600" b="1" kern="1200" noProof="0" dirty="0">
              <a:solidFill>
                <a:srgbClr val="002060"/>
              </a:solidFill>
              <a:latin typeface="Candara" panose="020E0502030303020204" pitchFamily="34" charset="0"/>
              <a:ea typeface="+mn-ea"/>
              <a:cs typeface="+mn-cs"/>
            </a:endParaRPr>
          </a:p>
          <a:p>
            <a:pPr algn="ctr" defTabSz="822960">
              <a:buClrTx/>
            </a:pPr>
            <a:endParaRPr lang="en-GB" sz="600" b="1" kern="1200" noProof="0" dirty="0">
              <a:solidFill>
                <a:srgbClr val="254061"/>
              </a:solidFill>
              <a:latin typeface="Candara" panose="020E0502030303020204" pitchFamily="34" charset="0"/>
              <a:ea typeface="+mn-ea"/>
              <a:cs typeface="+mn-cs"/>
            </a:endParaRPr>
          </a:p>
          <a:p>
            <a:pPr algn="ctr" defTabSz="822960">
              <a:buClrTx/>
            </a:pPr>
            <a:r>
              <a:rPr lang="en-GB" sz="1600" kern="1200" noProof="0" dirty="0">
                <a:solidFill>
                  <a:srgbClr val="254061"/>
                </a:solidFill>
                <a:latin typeface="Candara" panose="020E0502030303020204" pitchFamily="34" charset="0"/>
                <a:ea typeface="+mn-ea"/>
                <a:cs typeface="+mn-cs"/>
              </a:rPr>
              <a:t>[Your Name]</a:t>
            </a:r>
          </a:p>
          <a:p>
            <a:pPr algn="ctr" defTabSz="822960">
              <a:buClrTx/>
            </a:pPr>
            <a:r>
              <a:rPr lang="en-GB" sz="1050" kern="1200" dirty="0">
                <a:solidFill>
                  <a:srgbClr val="254061"/>
                </a:solidFill>
                <a:latin typeface="Candara" panose="020E0502030303020204" pitchFamily="34" charset="0"/>
                <a:ea typeface="+mn-ea"/>
                <a:cs typeface="+mn-cs"/>
              </a:rPr>
              <a:t>[your.email@institution.org]</a:t>
            </a:r>
            <a:endParaRPr lang="en-GB" sz="1050" kern="1200" noProof="0" dirty="0">
              <a:solidFill>
                <a:srgbClr val="254061"/>
              </a:solidFill>
              <a:latin typeface="Candara" panose="020E0502030303020204" pitchFamily="34" charset="0"/>
              <a:ea typeface="+mn-ea"/>
              <a:cs typeface="+mn-cs"/>
            </a:endParaRPr>
          </a:p>
          <a:p>
            <a:pPr algn="ctr" defTabSz="822960">
              <a:buClrTx/>
            </a:pPr>
            <a:endParaRPr lang="en-GB" sz="600" kern="1200" noProof="0" dirty="0">
              <a:solidFill>
                <a:srgbClr val="254061"/>
              </a:solidFill>
              <a:latin typeface="Candara" panose="020E0502030303020204" pitchFamily="34" charset="0"/>
              <a:ea typeface="+mn-ea"/>
              <a:cs typeface="+mn-cs"/>
            </a:endParaRPr>
          </a:p>
          <a:p>
            <a:pPr algn="ctr" defTabSz="822960">
              <a:buClrTx/>
            </a:pPr>
            <a:r>
              <a:rPr lang="en-GB" kern="1200" noProof="0" dirty="0">
                <a:solidFill>
                  <a:srgbClr val="254061"/>
                </a:solidFill>
                <a:latin typeface="Candara" panose="020E0502030303020204" pitchFamily="34" charset="0"/>
                <a:ea typeface="+mn-ea"/>
                <a:cs typeface="+mn-cs"/>
              </a:rPr>
              <a:t>[Affiliation, Institution / Country]</a:t>
            </a:r>
          </a:p>
          <a:p>
            <a:pPr algn="ctr" defTabSz="822960">
              <a:buClrTx/>
            </a:pPr>
            <a:endParaRPr lang="en-GB" b="1" kern="1200" dirty="0">
              <a:solidFill>
                <a:srgbClr val="254061"/>
              </a:solidFill>
              <a:latin typeface="Candara" panose="020E0502030303020204" pitchFamily="34" charset="0"/>
              <a:ea typeface="+mn-ea"/>
              <a:cs typeface="+mn-c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140264B-10C2-4C45-BCF0-61A069AAD0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9423" y="269542"/>
            <a:ext cx="2023175" cy="929162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232A31E-AA25-4C2E-A52C-6BA91AB381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027" y="3147952"/>
            <a:ext cx="1522664" cy="1015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63998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A780D9D-F055-9908-73B5-04D92A006C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5A8BC7-CAA7-56C0-704F-8C21DCEB45C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noProof="0" smtClean="0"/>
              <a:t>2</a:t>
            </a:fld>
            <a:endParaRPr lang="en-GB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F33A35-7460-2F76-8F72-4BBE509BD0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75" y="62425"/>
            <a:ext cx="9039600" cy="553968"/>
          </a:xfrm>
        </p:spPr>
        <p:txBody>
          <a:bodyPr/>
          <a:lstStyle/>
          <a:p>
            <a:pPr algn="ctr" defTabSz="822960">
              <a:buClrTx/>
            </a:pPr>
            <a:r>
              <a:rPr lang="en-US" sz="2400" b="1" kern="1200" noProof="0" dirty="0">
                <a:solidFill>
                  <a:srgbClr val="254061"/>
                </a:solidFill>
                <a:latin typeface="Candara" panose="020E0502030303020204" pitchFamily="34" charset="0"/>
                <a:ea typeface="+mn-ea"/>
                <a:cs typeface="+mn-cs"/>
              </a:rPr>
              <a:t>[Talk Title]</a:t>
            </a:r>
            <a:endParaRPr lang="en-GB" sz="500" b="1" kern="1200" noProof="0" dirty="0">
              <a:solidFill>
                <a:srgbClr val="002060"/>
              </a:solidFill>
              <a:latin typeface="Candara" panose="020E0502030303020204" pitchFamily="34" charset="0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B7455BB-6493-697F-CBCC-F2833DF7D32B}"/>
              </a:ext>
            </a:extLst>
          </p:cNvPr>
          <p:cNvSpPr txBox="1"/>
          <p:nvPr/>
        </p:nvSpPr>
        <p:spPr>
          <a:xfrm>
            <a:off x="252484" y="1581310"/>
            <a:ext cx="863903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822960">
              <a:buClrTx/>
            </a:pPr>
            <a:r>
              <a:rPr lang="en-GB" sz="1800" kern="1200" noProof="0" dirty="0">
                <a:solidFill>
                  <a:srgbClr val="254061"/>
                </a:solidFill>
                <a:latin typeface="Candara" panose="020E0502030303020204" pitchFamily="34" charset="0"/>
                <a:ea typeface="+mn-ea"/>
                <a:cs typeface="+mn-cs"/>
              </a:rPr>
              <a:t>Outline:</a:t>
            </a:r>
          </a:p>
          <a:p>
            <a:pPr defTabSz="822960">
              <a:buClrTx/>
            </a:pPr>
            <a:endParaRPr lang="en-GB" sz="600" kern="1200" noProof="0" dirty="0">
              <a:solidFill>
                <a:srgbClr val="254061"/>
              </a:solidFill>
              <a:latin typeface="Candara" panose="020E0502030303020204" pitchFamily="34" charset="0"/>
              <a:ea typeface="+mn-ea"/>
              <a:cs typeface="+mn-cs"/>
            </a:endParaRPr>
          </a:p>
          <a:p>
            <a:pPr marL="257175" indent="-257175" defTabSz="822960">
              <a:buClrTx/>
              <a:buFont typeface="Wingdings" panose="05000000000000000000" pitchFamily="2" charset="2"/>
              <a:buChar char="§"/>
            </a:pPr>
            <a:r>
              <a:rPr lang="en-US" sz="1800" kern="1200" dirty="0">
                <a:solidFill>
                  <a:srgbClr val="254061"/>
                </a:solidFill>
                <a:latin typeface="Candara" panose="020E0502030303020204" pitchFamily="34" charset="0"/>
              </a:rPr>
              <a:t>What do we want say?</a:t>
            </a:r>
          </a:p>
          <a:p>
            <a:pPr marL="257175" indent="-257175" defTabSz="822960">
              <a:buClrTx/>
              <a:buFont typeface="Wingdings" panose="05000000000000000000" pitchFamily="2" charset="2"/>
              <a:buChar char="§"/>
            </a:pPr>
            <a:r>
              <a:rPr lang="en-US" sz="1800" kern="1200" dirty="0">
                <a:solidFill>
                  <a:srgbClr val="254061"/>
                </a:solidFill>
                <a:latin typeface="Candara" panose="020E0502030303020204" pitchFamily="34" charset="0"/>
              </a:rPr>
              <a:t>What they want to listen to?</a:t>
            </a:r>
          </a:p>
          <a:p>
            <a:pPr marL="257175" indent="-257175" defTabSz="822960">
              <a:buClrTx/>
              <a:buFont typeface="Wingdings" panose="05000000000000000000" pitchFamily="2" charset="2"/>
              <a:buChar char="§"/>
            </a:pPr>
            <a:r>
              <a:rPr lang="en-US" sz="1800" kern="1200" dirty="0">
                <a:solidFill>
                  <a:srgbClr val="254061"/>
                </a:solidFill>
                <a:latin typeface="Candara" panose="020E0502030303020204" pitchFamily="34" charset="0"/>
              </a:rPr>
              <a:t>How can we understand each others?</a:t>
            </a:r>
          </a:p>
          <a:p>
            <a:pPr marL="257175" indent="-257175" defTabSz="822960">
              <a:buClrTx/>
              <a:buFont typeface="Wingdings" panose="05000000000000000000" pitchFamily="2" charset="2"/>
              <a:buChar char="§"/>
            </a:pPr>
            <a:r>
              <a:rPr lang="en-US" sz="1800" kern="1200" dirty="0">
                <a:solidFill>
                  <a:srgbClr val="254061"/>
                </a:solidFill>
                <a:latin typeface="Candara" panose="020E0502030303020204" pitchFamily="34" charset="0"/>
              </a:rPr>
              <a:t>What will remind in us?</a:t>
            </a:r>
            <a:endParaRPr lang="en-GB" sz="1800" kern="1200" dirty="0">
              <a:solidFill>
                <a:srgbClr val="254061"/>
              </a:solidFill>
              <a:latin typeface="Candara" panose="020E05020303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89255750"/>
      </p:ext>
    </p:extLst>
  </p:cSld>
  <p:clrMapOvr>
    <a:overrideClrMapping bg1="lt1" tx1="dk1" bg2="dk2" tx2="lt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8F851E-D277-932A-4633-D8CD0698C8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38857E-B458-134F-4422-9DC976518E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75" y="62425"/>
            <a:ext cx="9039600" cy="553968"/>
          </a:xfrm>
        </p:spPr>
        <p:txBody>
          <a:bodyPr/>
          <a:lstStyle/>
          <a:p>
            <a:pPr algn="ctr" defTabSz="822960">
              <a:buClrTx/>
            </a:pPr>
            <a:r>
              <a:rPr lang="en-US" sz="2400" kern="1200" dirty="0">
                <a:solidFill>
                  <a:srgbClr val="254061"/>
                </a:solidFill>
                <a:latin typeface="Candara" panose="020E0502030303020204" pitchFamily="34" charset="0"/>
                <a:ea typeface="+mn-ea"/>
                <a:cs typeface="+mn-cs"/>
              </a:rPr>
              <a:t>[Slide Title]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5C8397-D63C-7691-BB87-3EFDB9376A2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noProof="0" smtClean="0"/>
              <a:t>3</a:t>
            </a:fld>
            <a:endParaRPr lang="en-GB" noProof="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F34B945-7D7D-E8DD-9648-9BC26BC98ADF}"/>
              </a:ext>
            </a:extLst>
          </p:cNvPr>
          <p:cNvSpPr txBox="1"/>
          <p:nvPr/>
        </p:nvSpPr>
        <p:spPr>
          <a:xfrm>
            <a:off x="1695450" y="1099747"/>
            <a:ext cx="7189469" cy="29546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 defTabSz="822960">
              <a:buClrTx/>
            </a:pPr>
            <a:r>
              <a:rPr lang="en-GB" sz="1600" b="1" kern="1200" dirty="0">
                <a:solidFill>
                  <a:srgbClr val="254061"/>
                </a:solidFill>
                <a:latin typeface="Candara" panose="020E0502030303020204" pitchFamily="34" charset="0"/>
              </a:rPr>
              <a:t>[Section A]</a:t>
            </a:r>
          </a:p>
          <a:p>
            <a:pPr marL="555625" indent="-285750" algn="just" defTabSz="822960">
              <a:buClrTx/>
              <a:buFont typeface="Arial" panose="020B0604020202020204" pitchFamily="34" charset="0"/>
              <a:buChar char="•"/>
            </a:pPr>
            <a:r>
              <a:rPr lang="en-GB" sz="1600" kern="1200" dirty="0">
                <a:solidFill>
                  <a:srgbClr val="254061"/>
                </a:solidFill>
                <a:latin typeface="Candara" panose="020E0502030303020204" pitchFamily="34" charset="0"/>
              </a:rPr>
              <a:t>[Item A1]</a:t>
            </a:r>
          </a:p>
          <a:p>
            <a:pPr marL="555625" indent="-285750" algn="just" defTabSz="822960">
              <a:buClrTx/>
              <a:buFont typeface="Arial" panose="020B0604020202020204" pitchFamily="34" charset="0"/>
              <a:buChar char="•"/>
            </a:pPr>
            <a:r>
              <a:rPr lang="en-GB" sz="1600" kern="1200" dirty="0">
                <a:solidFill>
                  <a:srgbClr val="254061"/>
                </a:solidFill>
                <a:latin typeface="Candara" panose="020E0502030303020204" pitchFamily="34" charset="0"/>
              </a:rPr>
              <a:t>[Item A2]</a:t>
            </a:r>
          </a:p>
          <a:p>
            <a:pPr algn="just" defTabSz="822960">
              <a:buClrTx/>
            </a:pPr>
            <a:r>
              <a:rPr lang="en-GB" sz="1600" b="1" kern="1200" dirty="0">
                <a:solidFill>
                  <a:srgbClr val="254061"/>
                </a:solidFill>
                <a:latin typeface="Candara" panose="020E0502030303020204" pitchFamily="34" charset="0"/>
              </a:rPr>
              <a:t>[Section B]</a:t>
            </a:r>
          </a:p>
          <a:p>
            <a:pPr marL="555625" indent="-285750" algn="just" defTabSz="822960">
              <a:buClrTx/>
              <a:buFont typeface="Arial" panose="020B0604020202020204" pitchFamily="34" charset="0"/>
              <a:buChar char="•"/>
            </a:pPr>
            <a:r>
              <a:rPr lang="en-GB" sz="1600" kern="1200" dirty="0">
                <a:solidFill>
                  <a:srgbClr val="254061"/>
                </a:solidFill>
                <a:latin typeface="Candara" panose="020E0502030303020204" pitchFamily="34" charset="0"/>
              </a:rPr>
              <a:t>[Item B1]</a:t>
            </a:r>
          </a:p>
          <a:p>
            <a:pPr marL="555625" indent="-285750" algn="just" defTabSz="822960">
              <a:buClrTx/>
              <a:buFont typeface="Arial" panose="020B0604020202020204" pitchFamily="34" charset="0"/>
              <a:buChar char="•"/>
            </a:pPr>
            <a:r>
              <a:rPr lang="en-GB" sz="1600" kern="1200" dirty="0">
                <a:solidFill>
                  <a:srgbClr val="254061"/>
                </a:solidFill>
                <a:latin typeface="Candara" panose="020E0502030303020204" pitchFamily="34" charset="0"/>
              </a:rPr>
              <a:t>[Item B2]</a:t>
            </a:r>
          </a:p>
          <a:p>
            <a:pPr marL="555625" indent="-285750" algn="just" defTabSz="822960">
              <a:buClrTx/>
              <a:buFont typeface="Arial" panose="020B0604020202020204" pitchFamily="34" charset="0"/>
              <a:buChar char="•"/>
            </a:pPr>
            <a:r>
              <a:rPr lang="en-GB" sz="1600" kern="1200" dirty="0">
                <a:solidFill>
                  <a:srgbClr val="254061"/>
                </a:solidFill>
                <a:latin typeface="Candara" panose="020E0502030303020204" pitchFamily="34" charset="0"/>
              </a:rPr>
              <a:t>[Item B3]</a:t>
            </a:r>
          </a:p>
          <a:p>
            <a:pPr algn="just" defTabSz="822960">
              <a:buClrTx/>
            </a:pPr>
            <a:r>
              <a:rPr lang="en-GB" sz="1600" kern="1200" dirty="0">
                <a:solidFill>
                  <a:srgbClr val="254061"/>
                </a:solidFill>
                <a:latin typeface="Candara" panose="020E0502030303020204" pitchFamily="34" charset="0"/>
              </a:rPr>
              <a:t>[Additional note or footer text]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AFCAACC-0EEB-DC50-2227-1799582939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080" y="1859233"/>
            <a:ext cx="1435966" cy="14250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33980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9C13C7-8424-BB30-436B-EC4FE4A440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1F276F-7529-0F1B-3EFD-713B3DD74C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75" y="62425"/>
            <a:ext cx="9039600" cy="553968"/>
          </a:xfrm>
        </p:spPr>
        <p:txBody>
          <a:bodyPr/>
          <a:lstStyle/>
          <a:p>
            <a:pPr algn="ctr" defTabSz="822960">
              <a:buClrTx/>
            </a:pPr>
            <a:r>
              <a:rPr lang="en-US" sz="2400" kern="1200" dirty="0">
                <a:solidFill>
                  <a:srgbClr val="254061"/>
                </a:solidFill>
                <a:latin typeface="Candara" panose="020E0502030303020204" pitchFamily="34" charset="0"/>
                <a:ea typeface="+mn-ea"/>
                <a:cs typeface="+mn-cs"/>
              </a:rPr>
              <a:t>[Slide Title]</a:t>
            </a:r>
            <a:endParaRPr lang="en-GB" sz="500" b="1" kern="1200" noProof="0" dirty="0">
              <a:solidFill>
                <a:srgbClr val="002060"/>
              </a:solidFill>
              <a:latin typeface="Candara" panose="020E0502030303020204" pitchFamily="34" charset="0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62C643-27E8-6707-9113-97F387332C0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noProof="0" smtClean="0"/>
              <a:t>4</a:t>
            </a:fld>
            <a:endParaRPr lang="en-GB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2EE5C80-CDDF-BE6A-DE9E-FAD210C322DC}"/>
                  </a:ext>
                </a:extLst>
              </p:cNvPr>
              <p:cNvSpPr txBox="1"/>
              <p:nvPr/>
            </p:nvSpPr>
            <p:spPr>
              <a:xfrm>
                <a:off x="4500000" y="855907"/>
                <a:ext cx="4400000" cy="32000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 defTabSz="822960">
                  <a:buClrTx/>
                </a:pPr>
                <a:r>
                  <a:rPr lang="en-GB" sz="1600" kern="1200" dirty="0">
                    <a:solidFill>
                      <a:srgbClr val="254061"/>
                    </a:solidFill>
                    <a:latin typeface="Candara" panose="020E0502030303020204" pitchFamily="34" charset="0"/>
                  </a:rPr>
                  <a:t>[Slide content goes here]</a:t>
                </a:r>
              </a:p>
              <a:p>
                <a:pPr marL="555625" indent="-285750" algn="l" defTabSz="822960">
                  <a:buClrTx/>
                  <a:buFont typeface="Arial" panose="020B0604020202020204" pitchFamily="34" charset="0"/>
                  <a:buChar char="•"/>
                </a:pPr>
                <a:r>
                  <a:rPr lang="en-GB" sz="1600" kern="1200" dirty="0">
                    <a:solidFill>
                      <a:srgbClr val="254061"/>
                    </a:solidFill>
                    <a:latin typeface="Candara" panose="020E0502030303020204" pitchFamily="34" charset="0"/>
                  </a:rPr>
                  <a:t>[Bullet point 1]</a:t>
                </a:r>
              </a:p>
              <a:p>
                <a:pPr marL="555625" indent="-285750" algn="l" defTabSz="822960">
                  <a:buClrTx/>
                  <a:buFont typeface="Arial" panose="020B0604020202020204" pitchFamily="34" charset="0"/>
                  <a:buChar char="•"/>
                </a:pPr>
                <a:r>
                  <a:rPr lang="en-GB" sz="1600" kern="1200" dirty="0">
                    <a:solidFill>
                      <a:srgbClr val="254061"/>
                    </a:solidFill>
                    <a:latin typeface="Candara" panose="020E0502030303020204" pitchFamily="34" charset="0"/>
                  </a:rPr>
                  <a:t>[Bullet point 2]</a:t>
                </a:r>
              </a:p>
              <a:p>
                <a:pPr marL="555625" indent="-285750" algn="l" defTabSz="822960">
                  <a:buClrTx/>
                  <a:buFont typeface="Arial" panose="020B0604020202020204" pitchFamily="34" charset="0"/>
                  <a:buChar char="•"/>
                </a:pPr>
                <a:r>
                  <a:rPr lang="en-GB" sz="1600" kern="1200" dirty="0">
                    <a:solidFill>
                      <a:srgbClr val="254061"/>
                    </a:solidFill>
                    <a:latin typeface="Candara" panose="020E0502030303020204" pitchFamily="34" charset="0"/>
                  </a:rPr>
                  <a:t>[Bullet point 3]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2EE5C80-CDDF-BE6A-DE9E-FAD210C322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4000" y="855907"/>
                <a:ext cx="4000000" cy="3200000"/>
              </a:xfrm>
              <a:prstGeom prst="rect">
                <a:avLst/>
              </a:prstGeom>
              <a:blipFill>
                <a:blip r:embed="rId2"/>
                <a:stretch>
                  <a:fillRect l="-423" t="-466" r="-352"/>
                </a:stretch>
              </a:blipFill>
            </p:spPr>
            <p:txBody>
              <a:bodyPr wrap="square" rtlCol="0">
                <a:spAutoFit/>
              </a:bodyPr>
              <a:lstStyle/>
              <a:p>
                <a:pPr algn="l" defTabSz="822960">
                  <a:buClrTx/>
                </a:pPr>
                <a:r>
                  <a:rPr lang="en-GB" sz="1600" kern="1200" dirty="0">
                    <a:solidFill>
                      <a:srgbClr val="254061"/>
                    </a:solidFill>
                    <a:latin typeface="Candara" panose="020E0502030303020204" pitchFamily="34" charset="0"/>
                  </a:rPr>
                  <a:t>[Slide content goes here]</a:t>
                </a:r>
              </a:p>
              <a:p>
                <a:pPr marL="555625" indent="-285750" algn="l" defTabSz="822960">
                  <a:buClrTx/>
                  <a:buFont typeface="Arial" panose="020B0604020202020204" pitchFamily="34" charset="0"/>
                  <a:buChar char="•"/>
                </a:pPr>
                <a:r>
                  <a:rPr lang="en-GB" sz="1600" kern="1200" dirty="0">
                    <a:solidFill>
                      <a:srgbClr val="254061"/>
                    </a:solidFill>
                    <a:latin typeface="Candara" panose="020E0502030303020204" pitchFamily="34" charset="0"/>
                  </a:rPr>
                  <a:t>[Bullet point 1]</a:t>
                </a:r>
              </a:p>
              <a:p>
                <a:pPr marL="555625" indent="-285750" algn="l" defTabSz="822960">
                  <a:buClrTx/>
                  <a:buFont typeface="Arial" panose="020B0604020202020204" pitchFamily="34" charset="0"/>
                  <a:buChar char="•"/>
                </a:pPr>
                <a:r>
                  <a:rPr lang="en-GB" sz="1600" kern="1200" dirty="0">
                    <a:solidFill>
                      <a:srgbClr val="254061"/>
                    </a:solidFill>
                    <a:latin typeface="Candara" panose="020E0502030303020204" pitchFamily="34" charset="0"/>
                  </a:rPr>
                  <a:t>[Bullet point 2]</a:t>
                </a:r>
              </a:p>
              <a:p>
                <a:pPr marL="555625" indent="-285750" algn="l" defTabSz="822960">
                  <a:buClrTx/>
                  <a:buFont typeface="Arial" panose="020B0604020202020204" pitchFamily="34" charset="0"/>
                  <a:buChar char="•"/>
                </a:pPr>
                <a:r>
                  <a:rPr lang="en-GB" sz="1600" kern="1200" dirty="0">
                    <a:solidFill>
                      <a:srgbClr val="254061"/>
                    </a:solidFill>
                    <a:latin typeface="Candara" panose="020E0502030303020204" pitchFamily="34" charset="0"/>
                  </a:rPr>
                  <a:t>[Bullet point 3]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C409E2CC-E8A9-36EF-2171-F0EAE36E0EA0}"/>
              </a:ext>
            </a:extLst>
          </p:cNvPr>
          <p:cNvSpPr txBox="1"/>
          <p:nvPr/>
        </p:nvSpPr>
        <p:spPr>
          <a:xfrm>
            <a:off x="3378200" y="4475181"/>
            <a:ext cx="57190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 defTabSz="822960">
              <a:buClrTx/>
            </a:pPr>
            <a:r>
              <a:rPr lang="en-GB" sz="1400" kern="1200" dirty="0">
                <a:solidFill>
                  <a:srgbClr val="254061"/>
                </a:solidFill>
                <a:latin typeface="Candara" panose="020E0502030303020204" pitchFamily="34" charset="0"/>
              </a:rPr>
              <a:t>[Author et al., Journal Name, Year]</a:t>
            </a:r>
          </a:p>
        </p:txBody>
      </p:sp>
    </p:spTree>
    <p:extLst>
      <p:ext uri="{BB962C8B-B14F-4D97-AF65-F5344CB8AC3E}">
        <p14:creationId xmlns:p14="http://schemas.microsoft.com/office/powerpoint/2010/main" val="32875475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2801A1-E56E-E36E-F314-C015B10E2E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053A52-5504-4BE1-CAE0-0CE547E3EC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75" y="62425"/>
            <a:ext cx="9039600" cy="553968"/>
          </a:xfrm>
        </p:spPr>
        <p:txBody>
          <a:bodyPr/>
          <a:lstStyle/>
          <a:p>
            <a:pPr algn="ctr" defTabSz="822960">
              <a:buClrTx/>
            </a:pPr>
            <a:r>
              <a:rPr lang="en-US" sz="2400" kern="1200" dirty="0">
                <a:solidFill>
                  <a:srgbClr val="254061"/>
                </a:solidFill>
                <a:latin typeface="Candara" panose="020E0502030303020204" pitchFamily="34" charset="0"/>
                <a:ea typeface="+mn-ea"/>
                <a:cs typeface="+mn-cs"/>
              </a:rPr>
              <a:t>[Slide Title]</a:t>
            </a:r>
            <a:endParaRPr lang="en-GB" sz="500" b="1" kern="1200" noProof="0" dirty="0">
              <a:solidFill>
                <a:srgbClr val="002060"/>
              </a:solidFill>
              <a:latin typeface="Candara" panose="020E0502030303020204" pitchFamily="34" charset="0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38AA5A-5DE7-4EAF-69B8-1E8AD40D027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noProof="0" smtClean="0"/>
              <a:t>5</a:t>
            </a:fld>
            <a:endParaRPr lang="en-GB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9BB7B02-8A7A-1B24-E340-99F8BB931AFA}"/>
                  </a:ext>
                </a:extLst>
              </p:cNvPr>
              <p:cNvSpPr txBox="1"/>
              <p:nvPr/>
            </p:nvSpPr>
            <p:spPr>
              <a:xfrm>
                <a:off x="254000" y="855907"/>
                <a:ext cx="8651875" cy="350365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 defTabSz="822960">
                  <a:buClrTx/>
                </a:pPr>
                <a:r>
                  <a:rPr lang="en-GB" sz="1600" kern="1200" dirty="0">
                    <a:solidFill>
                      <a:srgbClr val="254061"/>
                    </a:solidFill>
                    <a:latin typeface="Candara" panose="020E0502030303020204" pitchFamily="34" charset="0"/>
                  </a:rPr>
                  <a:t>[Slide content goes here]</a:t>
                </a:r>
              </a:p>
              <a:p>
                <a:pPr marL="555625" indent="-285750" algn="l" defTabSz="822960">
                  <a:buClrTx/>
                  <a:buFont typeface="Arial" panose="020B0604020202020204" pitchFamily="34" charset="0"/>
                  <a:buChar char="•"/>
                </a:pPr>
                <a:r>
                  <a:rPr lang="en-GB" sz="1600" kern="1200" dirty="0">
                    <a:solidFill>
                      <a:srgbClr val="254061"/>
                    </a:solidFill>
                    <a:latin typeface="Candara" panose="020E0502030303020204" pitchFamily="34" charset="0"/>
                  </a:rPr>
                  <a:t>[Bullet point 1]</a:t>
                </a:r>
              </a:p>
              <a:p>
                <a:pPr marL="555625" indent="-285750" algn="l" defTabSz="822960">
                  <a:buClrTx/>
                  <a:buFont typeface="Arial" panose="020B0604020202020204" pitchFamily="34" charset="0"/>
                  <a:buChar char="•"/>
                </a:pPr>
                <a:r>
                  <a:rPr lang="en-GB" sz="1600" kern="1200" dirty="0">
                    <a:solidFill>
                      <a:srgbClr val="254061"/>
                    </a:solidFill>
                    <a:latin typeface="Candara" panose="020E0502030303020204" pitchFamily="34" charset="0"/>
                  </a:rPr>
                  <a:t>[Bullet point 2]</a:t>
                </a:r>
              </a:p>
              <a:p>
                <a:pPr marL="555625" indent="-285750" algn="l" defTabSz="822960">
                  <a:buClrTx/>
                  <a:buFont typeface="Arial" panose="020B0604020202020204" pitchFamily="34" charset="0"/>
                  <a:buChar char="•"/>
                </a:pPr>
                <a:r>
                  <a:rPr lang="en-GB" sz="1600" kern="1200" dirty="0">
                    <a:solidFill>
                      <a:srgbClr val="254061"/>
                    </a:solidFill>
                    <a:latin typeface="Candara" panose="020E0502030303020204" pitchFamily="34" charset="0"/>
                  </a:rPr>
                  <a:t>[Bullet point 3]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9BB7B02-8A7A-1B24-E340-99F8BB931A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4000" y="855907"/>
                <a:ext cx="8651875" cy="3503651"/>
              </a:xfrm>
              <a:prstGeom prst="rect">
                <a:avLst/>
              </a:prstGeom>
              <a:blipFill>
                <a:blip r:embed="rId2"/>
                <a:stretch>
                  <a:fillRect l="-423" t="-522" r="-352" b="-1043"/>
                </a:stretch>
              </a:blipFill>
            </p:spPr>
            <p:txBody>
              <a:bodyPr wrap="square" rtlCol="0">
                <a:spAutoFit/>
              </a:bodyPr>
              <a:lstStyle/>
              <a:p>
                <a:pPr algn="l" defTabSz="822960">
                  <a:buClrTx/>
                </a:pPr>
                <a:r>
                  <a:rPr lang="en-GB" sz="1600" kern="1200" dirty="0">
                    <a:solidFill>
                      <a:srgbClr val="254061"/>
                    </a:solidFill>
                    <a:latin typeface="Candara" panose="020E0502030303020204" pitchFamily="34" charset="0"/>
                  </a:rPr>
                  <a:t>[Slide content goes here]</a:t>
                </a:r>
              </a:p>
              <a:p>
                <a:pPr marL="555625" indent="-285750" algn="l" defTabSz="822960">
                  <a:buClrTx/>
                  <a:buFont typeface="Arial" panose="020B0604020202020204" pitchFamily="34" charset="0"/>
                  <a:buChar char="•"/>
                </a:pPr>
                <a:r>
                  <a:rPr lang="en-GB" sz="1600" kern="1200" dirty="0">
                    <a:solidFill>
                      <a:srgbClr val="254061"/>
                    </a:solidFill>
                    <a:latin typeface="Candara" panose="020E0502030303020204" pitchFamily="34" charset="0"/>
                  </a:rPr>
                  <a:t>[Bullet point 1]</a:t>
                </a:r>
              </a:p>
              <a:p>
                <a:pPr marL="555625" indent="-285750" algn="l" defTabSz="822960">
                  <a:buClrTx/>
                  <a:buFont typeface="Arial" panose="020B0604020202020204" pitchFamily="34" charset="0"/>
                  <a:buChar char="•"/>
                </a:pPr>
                <a:r>
                  <a:rPr lang="en-GB" sz="1600" kern="1200" dirty="0">
                    <a:solidFill>
                      <a:srgbClr val="254061"/>
                    </a:solidFill>
                    <a:latin typeface="Candara" panose="020E0502030303020204" pitchFamily="34" charset="0"/>
                  </a:rPr>
                  <a:t>[Bullet point 2]</a:t>
                </a:r>
              </a:p>
              <a:p>
                <a:pPr marL="555625" indent="-285750" algn="l" defTabSz="822960">
                  <a:buClrTx/>
                  <a:buFont typeface="Arial" panose="020B0604020202020204" pitchFamily="34" charset="0"/>
                  <a:buChar char="•"/>
                </a:pPr>
                <a:r>
                  <a:rPr lang="en-GB" sz="1600" kern="1200" dirty="0">
                    <a:solidFill>
                      <a:srgbClr val="254061"/>
                    </a:solidFill>
                    <a:latin typeface="Candara" panose="020E0502030303020204" pitchFamily="34" charset="0"/>
                  </a:rPr>
                  <a:t>[Bullet point 3]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D4559DB9-8711-3A2B-DB1C-4002CFD175DC}"/>
              </a:ext>
            </a:extLst>
          </p:cNvPr>
          <p:cNvSpPr txBox="1"/>
          <p:nvPr/>
        </p:nvSpPr>
        <p:spPr>
          <a:xfrm>
            <a:off x="3378200" y="4475181"/>
            <a:ext cx="57190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 defTabSz="822960">
              <a:buClrTx/>
            </a:pPr>
            <a:r>
              <a:rPr lang="en-GB" sz="1400" kern="1200" dirty="0">
                <a:solidFill>
                  <a:srgbClr val="254061"/>
                </a:solidFill>
                <a:latin typeface="Candara" panose="020E0502030303020204" pitchFamily="34" charset="0"/>
              </a:rPr>
              <a:t>[Author et al., Journal Name, Year]</a:t>
            </a:r>
          </a:p>
        </p:txBody>
      </p:sp>
    </p:spTree>
    <p:extLst>
      <p:ext uri="{BB962C8B-B14F-4D97-AF65-F5344CB8AC3E}">
        <p14:creationId xmlns:p14="http://schemas.microsoft.com/office/powerpoint/2010/main" val="26398824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512509-8510-2BBC-6D65-9CF25489E6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518E54-CD15-9759-675B-49EE95A9EC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75" y="62425"/>
            <a:ext cx="9039600" cy="553968"/>
          </a:xfrm>
        </p:spPr>
        <p:txBody>
          <a:bodyPr/>
          <a:lstStyle/>
          <a:p>
            <a:pPr algn="ctr" defTabSz="822960">
              <a:buClrTx/>
            </a:pPr>
            <a:r>
              <a:rPr lang="en-US" sz="2400" kern="1200" dirty="0">
                <a:solidFill>
                  <a:srgbClr val="254061"/>
                </a:solidFill>
                <a:latin typeface="Candara" panose="020E0502030303020204" pitchFamily="34" charset="0"/>
                <a:ea typeface="+mn-ea"/>
                <a:cs typeface="+mn-cs"/>
              </a:rPr>
              <a:t>[Slide Title]</a:t>
            </a:r>
            <a:endParaRPr lang="en-GB" sz="500" b="1" kern="1200" noProof="0" dirty="0">
              <a:solidFill>
                <a:srgbClr val="002060"/>
              </a:solidFill>
              <a:latin typeface="Candara" panose="020E0502030303020204" pitchFamily="34" charset="0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1952B0-D729-7F28-7188-AEEAD3DF8A5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noProof="0" smtClean="0"/>
              <a:t>6</a:t>
            </a:fld>
            <a:endParaRPr lang="en-GB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E75D4E0-D720-5C3A-2AAB-B27B90274EBB}"/>
                  </a:ext>
                </a:extLst>
              </p:cNvPr>
              <p:cNvSpPr txBox="1"/>
              <p:nvPr/>
            </p:nvSpPr>
            <p:spPr>
              <a:xfrm>
                <a:off x="254000" y="855907"/>
                <a:ext cx="8651875" cy="35287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 defTabSz="822960">
                  <a:buClrTx/>
                </a:pPr>
                <a:r>
                  <a:rPr lang="en-GB" sz="1600" kern="1200" dirty="0">
                    <a:solidFill>
                      <a:srgbClr val="254061"/>
                    </a:solidFill>
                    <a:latin typeface="Candara" panose="020E0502030303020204" pitchFamily="34" charset="0"/>
                  </a:rPr>
                  <a:t>[Slide content goes here]</a:t>
                </a:r>
              </a:p>
              <a:p>
                <a:pPr marL="555625" indent="-285750" algn="l" defTabSz="822960">
                  <a:buClrTx/>
                  <a:buFont typeface="Arial" panose="020B0604020202020204" pitchFamily="34" charset="0"/>
                  <a:buChar char="•"/>
                </a:pPr>
                <a:r>
                  <a:rPr lang="en-GB" sz="1600" kern="1200" dirty="0">
                    <a:solidFill>
                      <a:srgbClr val="254061"/>
                    </a:solidFill>
                    <a:latin typeface="Candara" panose="020E0502030303020204" pitchFamily="34" charset="0"/>
                  </a:rPr>
                  <a:t>[Bullet point 1]</a:t>
                </a:r>
              </a:p>
              <a:p>
                <a:pPr marL="555625" indent="-285750" algn="l" defTabSz="822960">
                  <a:buClrTx/>
                  <a:buFont typeface="Arial" panose="020B0604020202020204" pitchFamily="34" charset="0"/>
                  <a:buChar char="•"/>
                </a:pPr>
                <a:r>
                  <a:rPr lang="en-GB" sz="1600" kern="1200" dirty="0">
                    <a:solidFill>
                      <a:srgbClr val="254061"/>
                    </a:solidFill>
                    <a:latin typeface="Candara" panose="020E0502030303020204" pitchFamily="34" charset="0"/>
                  </a:rPr>
                  <a:t>[Bullet point 2]</a:t>
                </a:r>
              </a:p>
              <a:p>
                <a:pPr marL="555625" indent="-285750" algn="l" defTabSz="822960">
                  <a:buClrTx/>
                  <a:buFont typeface="Arial" panose="020B0604020202020204" pitchFamily="34" charset="0"/>
                  <a:buChar char="•"/>
                </a:pPr>
                <a:r>
                  <a:rPr lang="en-GB" sz="1600" kern="1200" dirty="0">
                    <a:solidFill>
                      <a:srgbClr val="254061"/>
                    </a:solidFill>
                    <a:latin typeface="Candara" panose="020E0502030303020204" pitchFamily="34" charset="0"/>
                  </a:rPr>
                  <a:t>[Bullet point 3]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E75D4E0-D720-5C3A-2AAB-B27B90274E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4000" y="855907"/>
                <a:ext cx="8651875" cy="3528723"/>
              </a:xfrm>
              <a:prstGeom prst="rect">
                <a:avLst/>
              </a:prstGeom>
              <a:blipFill>
                <a:blip r:embed="rId2"/>
                <a:stretch>
                  <a:fillRect l="-423" t="-518" r="-352"/>
                </a:stretch>
              </a:blipFill>
            </p:spPr>
            <p:txBody>
              <a:bodyPr wrap="square" rtlCol="0">
                <a:spAutoFit/>
              </a:bodyPr>
              <a:lstStyle/>
              <a:p>
                <a:pPr algn="l" defTabSz="822960">
                  <a:buClrTx/>
                </a:pPr>
                <a:r>
                  <a:rPr lang="en-GB" sz="1600" kern="1200" dirty="0">
                    <a:solidFill>
                      <a:srgbClr val="254061"/>
                    </a:solidFill>
                    <a:latin typeface="Candara" panose="020E0502030303020204" pitchFamily="34" charset="0"/>
                  </a:rPr>
                  <a:t>[Slide content goes here]</a:t>
                </a:r>
              </a:p>
              <a:p>
                <a:pPr marL="555625" indent="-285750" algn="l" defTabSz="822960">
                  <a:buClrTx/>
                  <a:buFont typeface="Arial" panose="020B0604020202020204" pitchFamily="34" charset="0"/>
                  <a:buChar char="•"/>
                </a:pPr>
                <a:r>
                  <a:rPr lang="en-GB" sz="1600" kern="1200" dirty="0">
                    <a:solidFill>
                      <a:srgbClr val="254061"/>
                    </a:solidFill>
                    <a:latin typeface="Candara" panose="020E0502030303020204" pitchFamily="34" charset="0"/>
                  </a:rPr>
                  <a:t>[Bullet point 1]</a:t>
                </a:r>
              </a:p>
              <a:p>
                <a:pPr marL="555625" indent="-285750" algn="l" defTabSz="822960">
                  <a:buClrTx/>
                  <a:buFont typeface="Arial" panose="020B0604020202020204" pitchFamily="34" charset="0"/>
                  <a:buChar char="•"/>
                </a:pPr>
                <a:r>
                  <a:rPr lang="en-GB" sz="1600" kern="1200" dirty="0">
                    <a:solidFill>
                      <a:srgbClr val="254061"/>
                    </a:solidFill>
                    <a:latin typeface="Candara" panose="020E0502030303020204" pitchFamily="34" charset="0"/>
                  </a:rPr>
                  <a:t>[Bullet point 2]</a:t>
                </a:r>
              </a:p>
              <a:p>
                <a:pPr marL="555625" indent="-285750" algn="l" defTabSz="822960">
                  <a:buClrTx/>
                  <a:buFont typeface="Arial" panose="020B0604020202020204" pitchFamily="34" charset="0"/>
                  <a:buChar char="•"/>
                </a:pPr>
                <a:r>
                  <a:rPr lang="en-GB" sz="1600" kern="1200" dirty="0">
                    <a:solidFill>
                      <a:srgbClr val="254061"/>
                    </a:solidFill>
                    <a:latin typeface="Candara" panose="020E0502030303020204" pitchFamily="34" charset="0"/>
                  </a:rPr>
                  <a:t>[Bullet point 3]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D39A8A7B-2C06-65A7-FE2C-6E4EDE3E2016}"/>
              </a:ext>
            </a:extLst>
          </p:cNvPr>
          <p:cNvSpPr txBox="1"/>
          <p:nvPr/>
        </p:nvSpPr>
        <p:spPr>
          <a:xfrm>
            <a:off x="3378200" y="4475181"/>
            <a:ext cx="57190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 defTabSz="822960">
              <a:buClrTx/>
            </a:pPr>
            <a:r>
              <a:rPr lang="en-GB" sz="1400" kern="1200" dirty="0">
                <a:solidFill>
                  <a:srgbClr val="254061"/>
                </a:solidFill>
                <a:latin typeface="Candara" panose="020E0502030303020204" pitchFamily="34" charset="0"/>
              </a:rPr>
              <a:t>[Author et al., Journal Name, Year]</a:t>
            </a:r>
          </a:p>
        </p:txBody>
      </p:sp>
    </p:spTree>
    <p:extLst>
      <p:ext uri="{BB962C8B-B14F-4D97-AF65-F5344CB8AC3E}">
        <p14:creationId xmlns:p14="http://schemas.microsoft.com/office/powerpoint/2010/main" val="20911217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B7EBA5-1EAA-111D-33C0-29DB5D42C3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0A0C85-2DFC-8536-C732-AA4A11842D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75" y="62425"/>
            <a:ext cx="9039600" cy="553968"/>
          </a:xfrm>
        </p:spPr>
        <p:txBody>
          <a:bodyPr/>
          <a:lstStyle/>
          <a:p>
            <a:pPr algn="ctr" defTabSz="822960">
              <a:buClrTx/>
            </a:pPr>
            <a:r>
              <a:rPr lang="en-US" sz="2400" kern="1200" dirty="0">
                <a:solidFill>
                  <a:srgbClr val="254061"/>
                </a:solidFill>
                <a:latin typeface="Candara" panose="020E0502030303020204" pitchFamily="34" charset="0"/>
                <a:ea typeface="+mn-ea"/>
                <a:cs typeface="+mn-cs"/>
              </a:rPr>
              <a:t>Examples</a:t>
            </a:r>
            <a:endParaRPr lang="en-GB" sz="500" b="1" kern="1200" noProof="0" dirty="0">
              <a:solidFill>
                <a:srgbClr val="002060"/>
              </a:solidFill>
              <a:latin typeface="Candara" panose="020E0502030303020204" pitchFamily="34" charset="0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67C3D3-9BC8-8534-C850-7EC580D67B1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noProof="0" smtClean="0"/>
              <a:t>7</a:t>
            </a:fld>
            <a:endParaRPr lang="en-GB" noProof="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7789C0A-6920-CA00-1662-58CF574AAEC4}"/>
              </a:ext>
            </a:extLst>
          </p:cNvPr>
          <p:cNvSpPr txBox="1"/>
          <p:nvPr/>
        </p:nvSpPr>
        <p:spPr>
          <a:xfrm>
            <a:off x="256406" y="2405829"/>
            <a:ext cx="864737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 defTabSz="822960">
              <a:buClrTx/>
            </a:pPr>
            <a:r>
              <a:rPr lang="en-US" sz="1600" kern="1200" noProof="0" dirty="0">
                <a:solidFill>
                  <a:srgbClr val="254061"/>
                </a:solidFill>
                <a:latin typeface="Candara" panose="020E0502030303020204" pitchFamily="34" charset="0"/>
                <a:ea typeface="+mn-ea"/>
                <a:cs typeface="+mn-cs"/>
              </a:rPr>
              <a:t>[Demo / example description goes here]</a:t>
            </a:r>
          </a:p>
        </p:txBody>
      </p:sp>
    </p:spTree>
    <p:extLst>
      <p:ext uri="{BB962C8B-B14F-4D97-AF65-F5344CB8AC3E}">
        <p14:creationId xmlns:p14="http://schemas.microsoft.com/office/powerpoint/2010/main" val="18780621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A04C16-2944-2169-0B02-0AF77BBCB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0EF837-9A1B-8AF8-A1AE-0DEC6E2732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42" y="2297611"/>
            <a:ext cx="9039600" cy="615523"/>
          </a:xfrm>
        </p:spPr>
        <p:txBody>
          <a:bodyPr/>
          <a:lstStyle/>
          <a:p>
            <a:pPr algn="ctr"/>
            <a:r>
              <a:rPr lang="en-GB" sz="2800" cap="none" noProof="0" dirty="0">
                <a:solidFill>
                  <a:srgbClr val="254061"/>
                </a:solidFill>
                <a:latin typeface="Candara" panose="020E0502030303020204" pitchFamily="34" charset="0"/>
              </a:rPr>
              <a:t>Thank you!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FD9FFB-9ED6-C019-89E7-041D293AF18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noProof="0" smtClean="0"/>
              <a:t>8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4085081111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Candar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ndar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Override1.xml><?xml version="1.0" encoding="utf-8"?>
<a:themeOverride xmlns:a="http://schemas.openxmlformats.org/drawingml/2006/main">
  <a:clrScheme name="Simple Light">
    <a:dk1>
      <a:srgbClr val="000000"/>
    </a:dk1>
    <a:lt1>
      <a:srgbClr val="FFFFFF"/>
    </a:lt1>
    <a:dk2>
      <a:srgbClr val="595959"/>
    </a:dk2>
    <a:lt2>
      <a:srgbClr val="EEEEEE"/>
    </a:lt2>
    <a:accent1>
      <a:srgbClr val="4285F4"/>
    </a:accent1>
    <a:accent2>
      <a:srgbClr val="212121"/>
    </a:accent2>
    <a:accent3>
      <a:srgbClr val="78909C"/>
    </a:accent3>
    <a:accent4>
      <a:srgbClr val="FFAB40"/>
    </a:accent4>
    <a:accent5>
      <a:srgbClr val="0097A7"/>
    </a:accent5>
    <a:accent6>
      <a:srgbClr val="EEFF41"/>
    </a:accent6>
    <a:hlink>
      <a:srgbClr val="0097A7"/>
    </a:hlink>
    <a:folHlink>
      <a:srgbClr val="0097A7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9165</TotalTime>
  <Words>220</Words>
  <Application>Microsoft Office PowerPoint</Application>
  <PresentationFormat>On-screen Show (16:9)</PresentationFormat>
  <Paragraphs>51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Arial</vt:lpstr>
      <vt:lpstr>Candara</vt:lpstr>
      <vt:lpstr>Wingdings</vt:lpstr>
      <vt:lpstr>Simple Light</vt:lpstr>
      <vt:lpstr>Custom Design</vt:lpstr>
      <vt:lpstr>PowerPoint Presentation</vt:lpstr>
      <vt:lpstr>[Talk Title]</vt:lpstr>
      <vt:lpstr>[Slide Title]</vt:lpstr>
      <vt:lpstr>[Slide Title]</vt:lpstr>
      <vt:lpstr>[Slide Title]</vt:lpstr>
      <vt:lpstr>[Slide Title]</vt:lpstr>
      <vt:lpstr>Examples</vt:lpstr>
      <vt:lpstr>Thank you!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SRW</dc:title>
  <dc:creator>Rafael CELESTRE</dc:creator>
  <cp:lastModifiedBy>SANCHEZ DEL RIO Manuel</cp:lastModifiedBy>
  <cp:revision>472</cp:revision>
  <dcterms:modified xsi:type="dcterms:W3CDTF">2026-04-21T14:52:20Z</dcterms:modified>
</cp:coreProperties>
</file>